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62" y="1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F5AB547-F6FF-4B9D-8E33-FC086BB87700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8A4BF4F8-4280-455D-8FDD-47E285138589}">
      <dgm:prSet/>
      <dgm:spPr/>
      <dgm:t>
        <a:bodyPr/>
        <a:lstStyle/>
        <a:p>
          <a:r>
            <a:rPr lang="en-US"/>
            <a:t>Evaluation Metric: Weighted R^2 Score.</a:t>
          </a:r>
        </a:p>
      </dgm:t>
    </dgm:pt>
    <dgm:pt modelId="{7AEEFF38-AC2A-4952-812C-0D4138619497}" type="parTrans" cxnId="{0D42D476-F5A8-4334-85D5-5AECAFE44A16}">
      <dgm:prSet/>
      <dgm:spPr/>
      <dgm:t>
        <a:bodyPr/>
        <a:lstStyle/>
        <a:p>
          <a:endParaRPr lang="en-US"/>
        </a:p>
      </dgm:t>
    </dgm:pt>
    <dgm:pt modelId="{3393F3C5-DBB2-4DB7-8ED0-5930A071C51F}" type="sibTrans" cxnId="{0D42D476-F5A8-4334-85D5-5AECAFE44A16}">
      <dgm:prSet/>
      <dgm:spPr/>
      <dgm:t>
        <a:bodyPr/>
        <a:lstStyle/>
        <a:p>
          <a:endParaRPr lang="en-US"/>
        </a:p>
      </dgm:t>
    </dgm:pt>
    <dgm:pt modelId="{48E787FD-6FAE-4F96-9C64-758F2FE35E15}">
      <dgm:prSet/>
      <dgm:spPr/>
      <dgm:t>
        <a:bodyPr/>
        <a:lstStyle/>
        <a:p>
          <a:r>
            <a:rPr lang="en-US"/>
            <a:t>Loss Function: Custom WeightedMSELoss to align with competition weights:</a:t>
          </a:r>
        </a:p>
      </dgm:t>
    </dgm:pt>
    <dgm:pt modelId="{4F068A42-69A9-40EC-B803-6610BDD4397F}" type="parTrans" cxnId="{D185F170-C693-4A15-925F-B4B1D92E7475}">
      <dgm:prSet/>
      <dgm:spPr/>
      <dgm:t>
        <a:bodyPr/>
        <a:lstStyle/>
        <a:p>
          <a:endParaRPr lang="en-US"/>
        </a:p>
      </dgm:t>
    </dgm:pt>
    <dgm:pt modelId="{F71DD6D6-3F25-4888-9101-4C27CACB68AD}" type="sibTrans" cxnId="{D185F170-C693-4A15-925F-B4B1D92E7475}">
      <dgm:prSet/>
      <dgm:spPr/>
      <dgm:t>
        <a:bodyPr/>
        <a:lstStyle/>
        <a:p>
          <a:endParaRPr lang="en-US"/>
        </a:p>
      </dgm:t>
    </dgm:pt>
    <dgm:pt modelId="{88C1EC79-F1D6-44AC-8636-08A9A6963987}">
      <dgm:prSet/>
      <dgm:spPr/>
      <dgm:t>
        <a:bodyPr/>
        <a:lstStyle/>
        <a:p>
          <a:r>
            <a:rPr lang="en-US"/>
            <a:t>Dry_Total_g: 0.5</a:t>
          </a:r>
        </a:p>
      </dgm:t>
    </dgm:pt>
    <dgm:pt modelId="{CA1A7CBD-7420-415E-ABC6-D26D40D6DB6C}" type="parTrans" cxnId="{8134A193-D710-4FBA-891C-DE1A155384D3}">
      <dgm:prSet/>
      <dgm:spPr/>
      <dgm:t>
        <a:bodyPr/>
        <a:lstStyle/>
        <a:p>
          <a:endParaRPr lang="en-US"/>
        </a:p>
      </dgm:t>
    </dgm:pt>
    <dgm:pt modelId="{D6567F5F-55DD-467E-97AF-42CB785D5A7D}" type="sibTrans" cxnId="{8134A193-D710-4FBA-891C-DE1A155384D3}">
      <dgm:prSet/>
      <dgm:spPr/>
      <dgm:t>
        <a:bodyPr/>
        <a:lstStyle/>
        <a:p>
          <a:endParaRPr lang="en-US"/>
        </a:p>
      </dgm:t>
    </dgm:pt>
    <dgm:pt modelId="{ABD9AE1D-AF75-481D-AF39-8BD3ECB9AED1}">
      <dgm:prSet/>
      <dgm:spPr/>
      <dgm:t>
        <a:bodyPr/>
        <a:lstStyle/>
        <a:p>
          <a:r>
            <a:rPr lang="en-US"/>
            <a:t>GDM_g: 0.2</a:t>
          </a:r>
        </a:p>
      </dgm:t>
    </dgm:pt>
    <dgm:pt modelId="{B6F6575A-3869-4733-B6CC-B68A81654960}" type="parTrans" cxnId="{486404D7-932B-4442-9D67-DD2EBF7B7B02}">
      <dgm:prSet/>
      <dgm:spPr/>
      <dgm:t>
        <a:bodyPr/>
        <a:lstStyle/>
        <a:p>
          <a:endParaRPr lang="en-US"/>
        </a:p>
      </dgm:t>
    </dgm:pt>
    <dgm:pt modelId="{FC2936E1-D8CF-4885-8A19-642DF7160A2C}" type="sibTrans" cxnId="{486404D7-932B-4442-9D67-DD2EBF7B7B02}">
      <dgm:prSet/>
      <dgm:spPr/>
      <dgm:t>
        <a:bodyPr/>
        <a:lstStyle/>
        <a:p>
          <a:endParaRPr lang="en-US"/>
        </a:p>
      </dgm:t>
    </dgm:pt>
    <dgm:pt modelId="{9D007559-B004-4C1E-8C6E-F82C365E7EFE}">
      <dgm:prSet/>
      <dgm:spPr/>
      <dgm:t>
        <a:bodyPr/>
        <a:lstStyle/>
        <a:p>
          <a:r>
            <a:rPr lang="en-US"/>
            <a:t>Others: 0.1 each.</a:t>
          </a:r>
        </a:p>
      </dgm:t>
    </dgm:pt>
    <dgm:pt modelId="{2D3E76C0-E2E0-49A8-8357-4B8BE08A4A46}" type="parTrans" cxnId="{BE3102E6-6594-4990-8332-E7E5380CCDC2}">
      <dgm:prSet/>
      <dgm:spPr/>
      <dgm:t>
        <a:bodyPr/>
        <a:lstStyle/>
        <a:p>
          <a:endParaRPr lang="en-US"/>
        </a:p>
      </dgm:t>
    </dgm:pt>
    <dgm:pt modelId="{F12C9974-2B0E-4062-B312-FFCD6E9CEBFF}" type="sibTrans" cxnId="{BE3102E6-6594-4990-8332-E7E5380CCDC2}">
      <dgm:prSet/>
      <dgm:spPr/>
      <dgm:t>
        <a:bodyPr/>
        <a:lstStyle/>
        <a:p>
          <a:endParaRPr lang="en-US"/>
        </a:p>
      </dgm:t>
    </dgm:pt>
    <dgm:pt modelId="{41119039-A162-4BB9-982E-DB4125521938}">
      <dgm:prSet/>
      <dgm:spPr/>
      <dgm:t>
        <a:bodyPr/>
        <a:lstStyle/>
        <a:p>
          <a:r>
            <a:rPr lang="en-US"/>
            <a:t>Pipeline: Custom BiomassDataset class for real-time RGB conversion and target scaling</a:t>
          </a:r>
        </a:p>
      </dgm:t>
    </dgm:pt>
    <dgm:pt modelId="{84120D5C-5AAE-4813-9179-C50A6CF57851}" type="parTrans" cxnId="{15E73B9C-EC9B-4A66-8E24-6EC92D8A1393}">
      <dgm:prSet/>
      <dgm:spPr/>
      <dgm:t>
        <a:bodyPr/>
        <a:lstStyle/>
        <a:p>
          <a:endParaRPr lang="en-US"/>
        </a:p>
      </dgm:t>
    </dgm:pt>
    <dgm:pt modelId="{79CAE682-7C9B-470F-A577-A29A4F0A1179}" type="sibTrans" cxnId="{15E73B9C-EC9B-4A66-8E24-6EC92D8A1393}">
      <dgm:prSet/>
      <dgm:spPr/>
      <dgm:t>
        <a:bodyPr/>
        <a:lstStyle/>
        <a:p>
          <a:endParaRPr lang="en-US"/>
        </a:p>
      </dgm:t>
    </dgm:pt>
    <dgm:pt modelId="{8332658A-CD38-487F-9987-E27387F2DD3F}" type="pres">
      <dgm:prSet presAssocID="{5F5AB547-F6FF-4B9D-8E33-FC086BB87700}" presName="diagram" presStyleCnt="0">
        <dgm:presLayoutVars>
          <dgm:dir/>
          <dgm:resizeHandles val="exact"/>
        </dgm:presLayoutVars>
      </dgm:prSet>
      <dgm:spPr/>
    </dgm:pt>
    <dgm:pt modelId="{1A0AE4FA-9678-428A-B4FB-E3D9AA134812}" type="pres">
      <dgm:prSet presAssocID="{8A4BF4F8-4280-455D-8FDD-47E285138589}" presName="node" presStyleLbl="node1" presStyleIdx="0" presStyleCnt="6">
        <dgm:presLayoutVars>
          <dgm:bulletEnabled val="1"/>
        </dgm:presLayoutVars>
      </dgm:prSet>
      <dgm:spPr/>
    </dgm:pt>
    <dgm:pt modelId="{C10525BE-AE57-490E-8735-07B1739076ED}" type="pres">
      <dgm:prSet presAssocID="{3393F3C5-DBB2-4DB7-8ED0-5930A071C51F}" presName="sibTrans" presStyleCnt="0"/>
      <dgm:spPr/>
    </dgm:pt>
    <dgm:pt modelId="{24F161B1-49F0-4B5B-9180-E67C6B046B49}" type="pres">
      <dgm:prSet presAssocID="{48E787FD-6FAE-4F96-9C64-758F2FE35E15}" presName="node" presStyleLbl="node1" presStyleIdx="1" presStyleCnt="6">
        <dgm:presLayoutVars>
          <dgm:bulletEnabled val="1"/>
        </dgm:presLayoutVars>
      </dgm:prSet>
      <dgm:spPr/>
    </dgm:pt>
    <dgm:pt modelId="{88E08DED-923E-4CFD-956D-BA54C6D65926}" type="pres">
      <dgm:prSet presAssocID="{F71DD6D6-3F25-4888-9101-4C27CACB68AD}" presName="sibTrans" presStyleCnt="0"/>
      <dgm:spPr/>
    </dgm:pt>
    <dgm:pt modelId="{1FED9607-717F-4B39-AD11-E73176C96E50}" type="pres">
      <dgm:prSet presAssocID="{88C1EC79-F1D6-44AC-8636-08A9A6963987}" presName="node" presStyleLbl="node1" presStyleIdx="2" presStyleCnt="6">
        <dgm:presLayoutVars>
          <dgm:bulletEnabled val="1"/>
        </dgm:presLayoutVars>
      </dgm:prSet>
      <dgm:spPr/>
    </dgm:pt>
    <dgm:pt modelId="{EE572971-E6FF-4A64-BC30-1C820A1B5A9D}" type="pres">
      <dgm:prSet presAssocID="{D6567F5F-55DD-467E-97AF-42CB785D5A7D}" presName="sibTrans" presStyleCnt="0"/>
      <dgm:spPr/>
    </dgm:pt>
    <dgm:pt modelId="{38F89884-4C79-4B70-8B67-F266EA125C6F}" type="pres">
      <dgm:prSet presAssocID="{ABD9AE1D-AF75-481D-AF39-8BD3ECB9AED1}" presName="node" presStyleLbl="node1" presStyleIdx="3" presStyleCnt="6">
        <dgm:presLayoutVars>
          <dgm:bulletEnabled val="1"/>
        </dgm:presLayoutVars>
      </dgm:prSet>
      <dgm:spPr/>
    </dgm:pt>
    <dgm:pt modelId="{6F1CEA1B-30E4-4978-BEE9-B9846EFB4BD6}" type="pres">
      <dgm:prSet presAssocID="{FC2936E1-D8CF-4885-8A19-642DF7160A2C}" presName="sibTrans" presStyleCnt="0"/>
      <dgm:spPr/>
    </dgm:pt>
    <dgm:pt modelId="{8FA9A1FC-3F19-4213-9A8A-368281061381}" type="pres">
      <dgm:prSet presAssocID="{9D007559-B004-4C1E-8C6E-F82C365E7EFE}" presName="node" presStyleLbl="node1" presStyleIdx="4" presStyleCnt="6">
        <dgm:presLayoutVars>
          <dgm:bulletEnabled val="1"/>
        </dgm:presLayoutVars>
      </dgm:prSet>
      <dgm:spPr/>
    </dgm:pt>
    <dgm:pt modelId="{281326B1-188A-4564-A916-56CA07680299}" type="pres">
      <dgm:prSet presAssocID="{F12C9974-2B0E-4062-B312-FFCD6E9CEBFF}" presName="sibTrans" presStyleCnt="0"/>
      <dgm:spPr/>
    </dgm:pt>
    <dgm:pt modelId="{39E88611-CD5C-4B9D-9515-C0C4D26BD703}" type="pres">
      <dgm:prSet presAssocID="{41119039-A162-4BB9-982E-DB4125521938}" presName="node" presStyleLbl="node1" presStyleIdx="5" presStyleCnt="6">
        <dgm:presLayoutVars>
          <dgm:bulletEnabled val="1"/>
        </dgm:presLayoutVars>
      </dgm:prSet>
      <dgm:spPr/>
    </dgm:pt>
  </dgm:ptLst>
  <dgm:cxnLst>
    <dgm:cxn modelId="{55256A11-AD53-4ADA-823E-55B1B22FC43B}" type="presOf" srcId="{8A4BF4F8-4280-455D-8FDD-47E285138589}" destId="{1A0AE4FA-9678-428A-B4FB-E3D9AA134812}" srcOrd="0" destOrd="0" presId="urn:microsoft.com/office/officeart/2005/8/layout/default"/>
    <dgm:cxn modelId="{6ADEFE1D-FA74-4E58-AF8E-6CD10146B82B}" type="presOf" srcId="{5F5AB547-F6FF-4B9D-8E33-FC086BB87700}" destId="{8332658A-CD38-487F-9987-E27387F2DD3F}" srcOrd="0" destOrd="0" presId="urn:microsoft.com/office/officeart/2005/8/layout/default"/>
    <dgm:cxn modelId="{FA88E045-BD3F-4FB0-8792-D2970284D54C}" type="presOf" srcId="{9D007559-B004-4C1E-8C6E-F82C365E7EFE}" destId="{8FA9A1FC-3F19-4213-9A8A-368281061381}" srcOrd="0" destOrd="0" presId="urn:microsoft.com/office/officeart/2005/8/layout/default"/>
    <dgm:cxn modelId="{D185F170-C693-4A15-925F-B4B1D92E7475}" srcId="{5F5AB547-F6FF-4B9D-8E33-FC086BB87700}" destId="{48E787FD-6FAE-4F96-9C64-758F2FE35E15}" srcOrd="1" destOrd="0" parTransId="{4F068A42-69A9-40EC-B803-6610BDD4397F}" sibTransId="{F71DD6D6-3F25-4888-9101-4C27CACB68AD}"/>
    <dgm:cxn modelId="{0D42D476-F5A8-4334-85D5-5AECAFE44A16}" srcId="{5F5AB547-F6FF-4B9D-8E33-FC086BB87700}" destId="{8A4BF4F8-4280-455D-8FDD-47E285138589}" srcOrd="0" destOrd="0" parTransId="{7AEEFF38-AC2A-4952-812C-0D4138619497}" sibTransId="{3393F3C5-DBB2-4DB7-8ED0-5930A071C51F}"/>
    <dgm:cxn modelId="{38D8CA81-CE0D-40E6-95AA-111A658762B9}" type="presOf" srcId="{48E787FD-6FAE-4F96-9C64-758F2FE35E15}" destId="{24F161B1-49F0-4B5B-9180-E67C6B046B49}" srcOrd="0" destOrd="0" presId="urn:microsoft.com/office/officeart/2005/8/layout/default"/>
    <dgm:cxn modelId="{8134A193-D710-4FBA-891C-DE1A155384D3}" srcId="{5F5AB547-F6FF-4B9D-8E33-FC086BB87700}" destId="{88C1EC79-F1D6-44AC-8636-08A9A6963987}" srcOrd="2" destOrd="0" parTransId="{CA1A7CBD-7420-415E-ABC6-D26D40D6DB6C}" sibTransId="{D6567F5F-55DD-467E-97AF-42CB785D5A7D}"/>
    <dgm:cxn modelId="{15E73B9C-EC9B-4A66-8E24-6EC92D8A1393}" srcId="{5F5AB547-F6FF-4B9D-8E33-FC086BB87700}" destId="{41119039-A162-4BB9-982E-DB4125521938}" srcOrd="5" destOrd="0" parTransId="{84120D5C-5AAE-4813-9179-C50A6CF57851}" sibTransId="{79CAE682-7C9B-470F-A577-A29A4F0A1179}"/>
    <dgm:cxn modelId="{580DAA9C-DC9B-4E44-83A0-5751F1DC72FE}" type="presOf" srcId="{41119039-A162-4BB9-982E-DB4125521938}" destId="{39E88611-CD5C-4B9D-9515-C0C4D26BD703}" srcOrd="0" destOrd="0" presId="urn:microsoft.com/office/officeart/2005/8/layout/default"/>
    <dgm:cxn modelId="{C35408BF-2DAD-4361-B1E3-D0FBEC07D489}" type="presOf" srcId="{88C1EC79-F1D6-44AC-8636-08A9A6963987}" destId="{1FED9607-717F-4B39-AD11-E73176C96E50}" srcOrd="0" destOrd="0" presId="urn:microsoft.com/office/officeart/2005/8/layout/default"/>
    <dgm:cxn modelId="{486404D7-932B-4442-9D67-DD2EBF7B7B02}" srcId="{5F5AB547-F6FF-4B9D-8E33-FC086BB87700}" destId="{ABD9AE1D-AF75-481D-AF39-8BD3ECB9AED1}" srcOrd="3" destOrd="0" parTransId="{B6F6575A-3869-4733-B6CC-B68A81654960}" sibTransId="{FC2936E1-D8CF-4885-8A19-642DF7160A2C}"/>
    <dgm:cxn modelId="{E0B580DA-FA0B-46BC-8088-38FC6B0824E0}" type="presOf" srcId="{ABD9AE1D-AF75-481D-AF39-8BD3ECB9AED1}" destId="{38F89884-4C79-4B70-8B67-F266EA125C6F}" srcOrd="0" destOrd="0" presId="urn:microsoft.com/office/officeart/2005/8/layout/default"/>
    <dgm:cxn modelId="{BE3102E6-6594-4990-8332-E7E5380CCDC2}" srcId="{5F5AB547-F6FF-4B9D-8E33-FC086BB87700}" destId="{9D007559-B004-4C1E-8C6E-F82C365E7EFE}" srcOrd="4" destOrd="0" parTransId="{2D3E76C0-E2E0-49A8-8357-4B8BE08A4A46}" sibTransId="{F12C9974-2B0E-4062-B312-FFCD6E9CEBFF}"/>
    <dgm:cxn modelId="{8B4AECA1-71C5-4165-9DBE-4A3BBBD589B1}" type="presParOf" srcId="{8332658A-CD38-487F-9987-E27387F2DD3F}" destId="{1A0AE4FA-9678-428A-B4FB-E3D9AA134812}" srcOrd="0" destOrd="0" presId="urn:microsoft.com/office/officeart/2005/8/layout/default"/>
    <dgm:cxn modelId="{06CEBC55-56BF-495C-AD99-E5434D569DFB}" type="presParOf" srcId="{8332658A-CD38-487F-9987-E27387F2DD3F}" destId="{C10525BE-AE57-490E-8735-07B1739076ED}" srcOrd="1" destOrd="0" presId="urn:microsoft.com/office/officeart/2005/8/layout/default"/>
    <dgm:cxn modelId="{758038CB-B08D-49F6-96EB-1422084AE0E7}" type="presParOf" srcId="{8332658A-CD38-487F-9987-E27387F2DD3F}" destId="{24F161B1-49F0-4B5B-9180-E67C6B046B49}" srcOrd="2" destOrd="0" presId="urn:microsoft.com/office/officeart/2005/8/layout/default"/>
    <dgm:cxn modelId="{E0DC28C0-691A-4B6D-8817-E5DA8FADEE2B}" type="presParOf" srcId="{8332658A-CD38-487F-9987-E27387F2DD3F}" destId="{88E08DED-923E-4CFD-956D-BA54C6D65926}" srcOrd="3" destOrd="0" presId="urn:microsoft.com/office/officeart/2005/8/layout/default"/>
    <dgm:cxn modelId="{0ABEA6A3-F59E-4C93-B15E-7E173AB102B7}" type="presParOf" srcId="{8332658A-CD38-487F-9987-E27387F2DD3F}" destId="{1FED9607-717F-4B39-AD11-E73176C96E50}" srcOrd="4" destOrd="0" presId="urn:microsoft.com/office/officeart/2005/8/layout/default"/>
    <dgm:cxn modelId="{0691F83B-2C73-4ADC-99B5-34C97571104D}" type="presParOf" srcId="{8332658A-CD38-487F-9987-E27387F2DD3F}" destId="{EE572971-E6FF-4A64-BC30-1C820A1B5A9D}" srcOrd="5" destOrd="0" presId="urn:microsoft.com/office/officeart/2005/8/layout/default"/>
    <dgm:cxn modelId="{5A1FB5D2-5BBB-49EB-AF5A-229E9B1C9B74}" type="presParOf" srcId="{8332658A-CD38-487F-9987-E27387F2DD3F}" destId="{38F89884-4C79-4B70-8B67-F266EA125C6F}" srcOrd="6" destOrd="0" presId="urn:microsoft.com/office/officeart/2005/8/layout/default"/>
    <dgm:cxn modelId="{8E81A704-7CA7-4675-9058-4668EEE8AD70}" type="presParOf" srcId="{8332658A-CD38-487F-9987-E27387F2DD3F}" destId="{6F1CEA1B-30E4-4978-BEE9-B9846EFB4BD6}" srcOrd="7" destOrd="0" presId="urn:microsoft.com/office/officeart/2005/8/layout/default"/>
    <dgm:cxn modelId="{91037A93-0139-4C7E-A306-3D91E8B2C264}" type="presParOf" srcId="{8332658A-CD38-487F-9987-E27387F2DD3F}" destId="{8FA9A1FC-3F19-4213-9A8A-368281061381}" srcOrd="8" destOrd="0" presId="urn:microsoft.com/office/officeart/2005/8/layout/default"/>
    <dgm:cxn modelId="{55970F9D-AE64-4CCF-ADE2-2291561C86CC}" type="presParOf" srcId="{8332658A-CD38-487F-9987-E27387F2DD3F}" destId="{281326B1-188A-4564-A916-56CA07680299}" srcOrd="9" destOrd="0" presId="urn:microsoft.com/office/officeart/2005/8/layout/default"/>
    <dgm:cxn modelId="{A5F33B4F-7008-4B2A-AA85-D20ADECC8524}" type="presParOf" srcId="{8332658A-CD38-487F-9987-E27387F2DD3F}" destId="{39E88611-CD5C-4B9D-9515-C0C4D26BD703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F3BD135-5173-4471-AABC-FEDE574C3BD0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33E23B6-3916-4A50-A0A5-743F2896B9F7}">
      <dgm:prSet/>
      <dgm:spPr/>
      <dgm:t>
        <a:bodyPr/>
        <a:lstStyle/>
        <a:p>
          <a:r>
            <a:rPr lang="en-US"/>
            <a:t>Block Depth: 3 blocks identified as the "sweet spot" for depth vs. overfitting.</a:t>
          </a:r>
        </a:p>
      </dgm:t>
    </dgm:pt>
    <dgm:pt modelId="{0C14EAB0-C92B-49FE-9559-9A4DCBB1C1B6}" type="parTrans" cxnId="{6E888959-2AD4-400F-91FF-70549C13FEA2}">
      <dgm:prSet/>
      <dgm:spPr/>
      <dgm:t>
        <a:bodyPr/>
        <a:lstStyle/>
        <a:p>
          <a:endParaRPr lang="en-US"/>
        </a:p>
      </dgm:t>
    </dgm:pt>
    <dgm:pt modelId="{2F1331AC-5839-4C15-ADF0-35ED7D2FAC4F}" type="sibTrans" cxnId="{6E888959-2AD4-400F-91FF-70549C13FEA2}">
      <dgm:prSet/>
      <dgm:spPr/>
      <dgm:t>
        <a:bodyPr/>
        <a:lstStyle/>
        <a:p>
          <a:endParaRPr lang="en-US"/>
        </a:p>
      </dgm:t>
    </dgm:pt>
    <dgm:pt modelId="{C0C9E65C-E32E-489C-A6E6-9A856206DD56}">
      <dgm:prSet/>
      <dgm:spPr/>
      <dgm:t>
        <a:bodyPr/>
        <a:lstStyle/>
        <a:p>
          <a:r>
            <a:rPr lang="en-US"/>
            <a:t>Kernel Sizes: 3x3 kernels outperformed 5x5 and 7x7 (Peak R^2: 0.238 in isolation).</a:t>
          </a:r>
        </a:p>
      </dgm:t>
    </dgm:pt>
    <dgm:pt modelId="{FEDBE337-9DA1-4815-A076-ABAE857CC7B6}" type="parTrans" cxnId="{87FC4E35-E3E6-40D2-99EC-B44590A4DD48}">
      <dgm:prSet/>
      <dgm:spPr/>
      <dgm:t>
        <a:bodyPr/>
        <a:lstStyle/>
        <a:p>
          <a:endParaRPr lang="en-US"/>
        </a:p>
      </dgm:t>
    </dgm:pt>
    <dgm:pt modelId="{8530EA58-7C8A-4D7B-BBBA-308B0E48BB85}" type="sibTrans" cxnId="{87FC4E35-E3E6-40D2-99EC-B44590A4DD48}">
      <dgm:prSet/>
      <dgm:spPr/>
      <dgm:t>
        <a:bodyPr/>
        <a:lstStyle/>
        <a:p>
          <a:endParaRPr lang="en-US"/>
        </a:p>
      </dgm:t>
    </dgm:pt>
    <dgm:pt modelId="{F56C481D-A8FB-40A6-AC71-0353597437C4}">
      <dgm:prSet/>
      <dgm:spPr/>
      <dgm:t>
        <a:bodyPr/>
        <a:lstStyle/>
        <a:p>
          <a:r>
            <a:rPr lang="en-US"/>
            <a:t>Regularization: High Dropout (0.6) was essential for stability.</a:t>
          </a:r>
        </a:p>
      </dgm:t>
    </dgm:pt>
    <dgm:pt modelId="{13C853A5-459D-4D9C-A6B9-F46B10AB41C7}" type="parTrans" cxnId="{DE08F80B-A79F-4BC6-A34E-2F90E440A3C6}">
      <dgm:prSet/>
      <dgm:spPr/>
      <dgm:t>
        <a:bodyPr/>
        <a:lstStyle/>
        <a:p>
          <a:endParaRPr lang="en-US"/>
        </a:p>
      </dgm:t>
    </dgm:pt>
    <dgm:pt modelId="{2D45DC1D-2BA8-496B-A9C8-D55730F8D6F2}" type="sibTrans" cxnId="{DE08F80B-A79F-4BC6-A34E-2F90E440A3C6}">
      <dgm:prSet/>
      <dgm:spPr/>
      <dgm:t>
        <a:bodyPr/>
        <a:lstStyle/>
        <a:p>
          <a:endParaRPr lang="en-US"/>
        </a:p>
      </dgm:t>
    </dgm:pt>
    <dgm:pt modelId="{FA70A599-F484-4117-AA48-812723A64A13}">
      <dgm:prSet/>
      <dgm:spPr/>
      <dgm:t>
        <a:bodyPr/>
        <a:lstStyle/>
        <a:p>
          <a:r>
            <a:rPr lang="en-US"/>
            <a:t>Augmentation: "Medium" strategy (flips, 10° rotation, color jitter) was the top performer.</a:t>
          </a:r>
        </a:p>
      </dgm:t>
    </dgm:pt>
    <dgm:pt modelId="{1D9C6BFA-2220-4A35-B67C-E28919D0B149}" type="parTrans" cxnId="{2D0A2304-3914-425E-879A-AD65A768D363}">
      <dgm:prSet/>
      <dgm:spPr/>
      <dgm:t>
        <a:bodyPr/>
        <a:lstStyle/>
        <a:p>
          <a:endParaRPr lang="en-US"/>
        </a:p>
      </dgm:t>
    </dgm:pt>
    <dgm:pt modelId="{6D438076-112C-4670-8958-DBDDCFF32850}" type="sibTrans" cxnId="{2D0A2304-3914-425E-879A-AD65A768D363}">
      <dgm:prSet/>
      <dgm:spPr/>
      <dgm:t>
        <a:bodyPr/>
        <a:lstStyle/>
        <a:p>
          <a:endParaRPr lang="en-US"/>
        </a:p>
      </dgm:t>
    </dgm:pt>
    <dgm:pt modelId="{EC2EC4E7-E22A-4A78-8773-6340892EE1CB}" type="pres">
      <dgm:prSet presAssocID="{5F3BD135-5173-4471-AABC-FEDE574C3BD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FFBD147-83DC-4EB9-A953-33C29F62636E}" type="pres">
      <dgm:prSet presAssocID="{833E23B6-3916-4A50-A0A5-743F2896B9F7}" presName="hierRoot1" presStyleCnt="0"/>
      <dgm:spPr/>
    </dgm:pt>
    <dgm:pt modelId="{8921D098-327D-4CD5-AB0A-6E01767BC0CF}" type="pres">
      <dgm:prSet presAssocID="{833E23B6-3916-4A50-A0A5-743F2896B9F7}" presName="composite" presStyleCnt="0"/>
      <dgm:spPr/>
    </dgm:pt>
    <dgm:pt modelId="{E89B12DD-8E2B-455F-8C03-E1BFA1FF709F}" type="pres">
      <dgm:prSet presAssocID="{833E23B6-3916-4A50-A0A5-743F2896B9F7}" presName="background" presStyleLbl="node0" presStyleIdx="0" presStyleCnt="4"/>
      <dgm:spPr/>
    </dgm:pt>
    <dgm:pt modelId="{1DD7F64E-D3A3-40A3-B7EB-CFD067087FE7}" type="pres">
      <dgm:prSet presAssocID="{833E23B6-3916-4A50-A0A5-743F2896B9F7}" presName="text" presStyleLbl="fgAcc0" presStyleIdx="0" presStyleCnt="4">
        <dgm:presLayoutVars>
          <dgm:chPref val="3"/>
        </dgm:presLayoutVars>
      </dgm:prSet>
      <dgm:spPr/>
    </dgm:pt>
    <dgm:pt modelId="{D4B2F155-E10B-48F7-8BC7-F722AFE1BD1A}" type="pres">
      <dgm:prSet presAssocID="{833E23B6-3916-4A50-A0A5-743F2896B9F7}" presName="hierChild2" presStyleCnt="0"/>
      <dgm:spPr/>
    </dgm:pt>
    <dgm:pt modelId="{54E64DF1-7234-4687-B50D-230A24BC0705}" type="pres">
      <dgm:prSet presAssocID="{C0C9E65C-E32E-489C-A6E6-9A856206DD56}" presName="hierRoot1" presStyleCnt="0"/>
      <dgm:spPr/>
    </dgm:pt>
    <dgm:pt modelId="{EF0DAE1D-DF24-4EF8-A7B9-8794CB54A123}" type="pres">
      <dgm:prSet presAssocID="{C0C9E65C-E32E-489C-A6E6-9A856206DD56}" presName="composite" presStyleCnt="0"/>
      <dgm:spPr/>
    </dgm:pt>
    <dgm:pt modelId="{31596311-F68D-4566-BB38-2208D597CAF0}" type="pres">
      <dgm:prSet presAssocID="{C0C9E65C-E32E-489C-A6E6-9A856206DD56}" presName="background" presStyleLbl="node0" presStyleIdx="1" presStyleCnt="4"/>
      <dgm:spPr/>
    </dgm:pt>
    <dgm:pt modelId="{FFC1D938-9679-46E2-9A53-80DA14304625}" type="pres">
      <dgm:prSet presAssocID="{C0C9E65C-E32E-489C-A6E6-9A856206DD56}" presName="text" presStyleLbl="fgAcc0" presStyleIdx="1" presStyleCnt="4">
        <dgm:presLayoutVars>
          <dgm:chPref val="3"/>
        </dgm:presLayoutVars>
      </dgm:prSet>
      <dgm:spPr/>
    </dgm:pt>
    <dgm:pt modelId="{F3803518-D38E-40A9-BD81-380A13EA38A7}" type="pres">
      <dgm:prSet presAssocID="{C0C9E65C-E32E-489C-A6E6-9A856206DD56}" presName="hierChild2" presStyleCnt="0"/>
      <dgm:spPr/>
    </dgm:pt>
    <dgm:pt modelId="{9A3EC13D-0BF3-41AC-B25C-6F7F67257055}" type="pres">
      <dgm:prSet presAssocID="{F56C481D-A8FB-40A6-AC71-0353597437C4}" presName="hierRoot1" presStyleCnt="0"/>
      <dgm:spPr/>
    </dgm:pt>
    <dgm:pt modelId="{AFDF5F1F-559A-4908-8BD6-004878A4481D}" type="pres">
      <dgm:prSet presAssocID="{F56C481D-A8FB-40A6-AC71-0353597437C4}" presName="composite" presStyleCnt="0"/>
      <dgm:spPr/>
    </dgm:pt>
    <dgm:pt modelId="{FE500D95-6185-41C8-B429-594BBF758DAF}" type="pres">
      <dgm:prSet presAssocID="{F56C481D-A8FB-40A6-AC71-0353597437C4}" presName="background" presStyleLbl="node0" presStyleIdx="2" presStyleCnt="4"/>
      <dgm:spPr/>
    </dgm:pt>
    <dgm:pt modelId="{90066F8F-96F7-47A5-A3B6-F71022EFA9BB}" type="pres">
      <dgm:prSet presAssocID="{F56C481D-A8FB-40A6-AC71-0353597437C4}" presName="text" presStyleLbl="fgAcc0" presStyleIdx="2" presStyleCnt="4">
        <dgm:presLayoutVars>
          <dgm:chPref val="3"/>
        </dgm:presLayoutVars>
      </dgm:prSet>
      <dgm:spPr/>
    </dgm:pt>
    <dgm:pt modelId="{DF6F84FB-4019-4605-8A8D-6DF24AB3F9DD}" type="pres">
      <dgm:prSet presAssocID="{F56C481D-A8FB-40A6-AC71-0353597437C4}" presName="hierChild2" presStyleCnt="0"/>
      <dgm:spPr/>
    </dgm:pt>
    <dgm:pt modelId="{9220CA1B-9857-4B50-A767-F543F4596E8C}" type="pres">
      <dgm:prSet presAssocID="{FA70A599-F484-4117-AA48-812723A64A13}" presName="hierRoot1" presStyleCnt="0"/>
      <dgm:spPr/>
    </dgm:pt>
    <dgm:pt modelId="{56B840E8-8DDF-4EFB-AB52-D945045A4773}" type="pres">
      <dgm:prSet presAssocID="{FA70A599-F484-4117-AA48-812723A64A13}" presName="composite" presStyleCnt="0"/>
      <dgm:spPr/>
    </dgm:pt>
    <dgm:pt modelId="{DD2E13E1-240A-40F4-BC19-C9D4BD6AE3D3}" type="pres">
      <dgm:prSet presAssocID="{FA70A599-F484-4117-AA48-812723A64A13}" presName="background" presStyleLbl="node0" presStyleIdx="3" presStyleCnt="4"/>
      <dgm:spPr/>
    </dgm:pt>
    <dgm:pt modelId="{4D6E5B9F-85B9-41BB-8D9C-5878E57147BC}" type="pres">
      <dgm:prSet presAssocID="{FA70A599-F484-4117-AA48-812723A64A13}" presName="text" presStyleLbl="fgAcc0" presStyleIdx="3" presStyleCnt="4">
        <dgm:presLayoutVars>
          <dgm:chPref val="3"/>
        </dgm:presLayoutVars>
      </dgm:prSet>
      <dgm:spPr/>
    </dgm:pt>
    <dgm:pt modelId="{A2E2E725-8E9B-4F1B-B5FE-625A4B6220FF}" type="pres">
      <dgm:prSet presAssocID="{FA70A599-F484-4117-AA48-812723A64A13}" presName="hierChild2" presStyleCnt="0"/>
      <dgm:spPr/>
    </dgm:pt>
  </dgm:ptLst>
  <dgm:cxnLst>
    <dgm:cxn modelId="{2D0A2304-3914-425E-879A-AD65A768D363}" srcId="{5F3BD135-5173-4471-AABC-FEDE574C3BD0}" destId="{FA70A599-F484-4117-AA48-812723A64A13}" srcOrd="3" destOrd="0" parTransId="{1D9C6BFA-2220-4A35-B67C-E28919D0B149}" sibTransId="{6D438076-112C-4670-8958-DBDDCFF32850}"/>
    <dgm:cxn modelId="{DE08F80B-A79F-4BC6-A34E-2F90E440A3C6}" srcId="{5F3BD135-5173-4471-AABC-FEDE574C3BD0}" destId="{F56C481D-A8FB-40A6-AC71-0353597437C4}" srcOrd="2" destOrd="0" parTransId="{13C853A5-459D-4D9C-A6B9-F46B10AB41C7}" sibTransId="{2D45DC1D-2BA8-496B-A9C8-D55730F8D6F2}"/>
    <dgm:cxn modelId="{58BA491D-96CC-4CF6-A838-E06D8799E552}" type="presOf" srcId="{F56C481D-A8FB-40A6-AC71-0353597437C4}" destId="{90066F8F-96F7-47A5-A3B6-F71022EFA9BB}" srcOrd="0" destOrd="0" presId="urn:microsoft.com/office/officeart/2005/8/layout/hierarchy1"/>
    <dgm:cxn modelId="{87FC4E35-E3E6-40D2-99EC-B44590A4DD48}" srcId="{5F3BD135-5173-4471-AABC-FEDE574C3BD0}" destId="{C0C9E65C-E32E-489C-A6E6-9A856206DD56}" srcOrd="1" destOrd="0" parTransId="{FEDBE337-9DA1-4815-A076-ABAE857CC7B6}" sibTransId="{8530EA58-7C8A-4D7B-BBBA-308B0E48BB85}"/>
    <dgm:cxn modelId="{C0F2095F-B205-4D1A-BDA1-2B910B235BCF}" type="presOf" srcId="{833E23B6-3916-4A50-A0A5-743F2896B9F7}" destId="{1DD7F64E-D3A3-40A3-B7EB-CFD067087FE7}" srcOrd="0" destOrd="0" presId="urn:microsoft.com/office/officeart/2005/8/layout/hierarchy1"/>
    <dgm:cxn modelId="{4029D36E-F4B7-4984-87A4-898BA94C8BD7}" type="presOf" srcId="{5F3BD135-5173-4471-AABC-FEDE574C3BD0}" destId="{EC2EC4E7-E22A-4A78-8773-6340892EE1CB}" srcOrd="0" destOrd="0" presId="urn:microsoft.com/office/officeart/2005/8/layout/hierarchy1"/>
    <dgm:cxn modelId="{46C4A851-0630-4D48-8019-018ABD4D4002}" type="presOf" srcId="{C0C9E65C-E32E-489C-A6E6-9A856206DD56}" destId="{FFC1D938-9679-46E2-9A53-80DA14304625}" srcOrd="0" destOrd="0" presId="urn:microsoft.com/office/officeart/2005/8/layout/hierarchy1"/>
    <dgm:cxn modelId="{6E888959-2AD4-400F-91FF-70549C13FEA2}" srcId="{5F3BD135-5173-4471-AABC-FEDE574C3BD0}" destId="{833E23B6-3916-4A50-A0A5-743F2896B9F7}" srcOrd="0" destOrd="0" parTransId="{0C14EAB0-C92B-49FE-9559-9A4DCBB1C1B6}" sibTransId="{2F1331AC-5839-4C15-ADF0-35ED7D2FAC4F}"/>
    <dgm:cxn modelId="{8426A2DA-B6DF-4F76-B613-6E7978112E53}" type="presOf" srcId="{FA70A599-F484-4117-AA48-812723A64A13}" destId="{4D6E5B9F-85B9-41BB-8D9C-5878E57147BC}" srcOrd="0" destOrd="0" presId="urn:microsoft.com/office/officeart/2005/8/layout/hierarchy1"/>
    <dgm:cxn modelId="{5EE5F3C0-4208-4F81-88E1-42893D3E4DAA}" type="presParOf" srcId="{EC2EC4E7-E22A-4A78-8773-6340892EE1CB}" destId="{AFFBD147-83DC-4EB9-A953-33C29F62636E}" srcOrd="0" destOrd="0" presId="urn:microsoft.com/office/officeart/2005/8/layout/hierarchy1"/>
    <dgm:cxn modelId="{BB3ACCCF-85BE-412D-A225-D3F63E45B67D}" type="presParOf" srcId="{AFFBD147-83DC-4EB9-A953-33C29F62636E}" destId="{8921D098-327D-4CD5-AB0A-6E01767BC0CF}" srcOrd="0" destOrd="0" presId="urn:microsoft.com/office/officeart/2005/8/layout/hierarchy1"/>
    <dgm:cxn modelId="{23ABB608-5D60-4BAD-B728-53231ACF7524}" type="presParOf" srcId="{8921D098-327D-4CD5-AB0A-6E01767BC0CF}" destId="{E89B12DD-8E2B-455F-8C03-E1BFA1FF709F}" srcOrd="0" destOrd="0" presId="urn:microsoft.com/office/officeart/2005/8/layout/hierarchy1"/>
    <dgm:cxn modelId="{2584ACA5-18CA-4393-BFF9-133C701F81D0}" type="presParOf" srcId="{8921D098-327D-4CD5-AB0A-6E01767BC0CF}" destId="{1DD7F64E-D3A3-40A3-B7EB-CFD067087FE7}" srcOrd="1" destOrd="0" presId="urn:microsoft.com/office/officeart/2005/8/layout/hierarchy1"/>
    <dgm:cxn modelId="{E6C51FEA-ECCC-487C-B0BE-D01C162567BC}" type="presParOf" srcId="{AFFBD147-83DC-4EB9-A953-33C29F62636E}" destId="{D4B2F155-E10B-48F7-8BC7-F722AFE1BD1A}" srcOrd="1" destOrd="0" presId="urn:microsoft.com/office/officeart/2005/8/layout/hierarchy1"/>
    <dgm:cxn modelId="{149337FC-1FE8-4A82-AF12-E727BF1A506B}" type="presParOf" srcId="{EC2EC4E7-E22A-4A78-8773-6340892EE1CB}" destId="{54E64DF1-7234-4687-B50D-230A24BC0705}" srcOrd="1" destOrd="0" presId="urn:microsoft.com/office/officeart/2005/8/layout/hierarchy1"/>
    <dgm:cxn modelId="{0B011625-7093-4998-BFC6-422CCFB8C97A}" type="presParOf" srcId="{54E64DF1-7234-4687-B50D-230A24BC0705}" destId="{EF0DAE1D-DF24-4EF8-A7B9-8794CB54A123}" srcOrd="0" destOrd="0" presId="urn:microsoft.com/office/officeart/2005/8/layout/hierarchy1"/>
    <dgm:cxn modelId="{46205F51-E306-4675-A592-F541ABA10EE4}" type="presParOf" srcId="{EF0DAE1D-DF24-4EF8-A7B9-8794CB54A123}" destId="{31596311-F68D-4566-BB38-2208D597CAF0}" srcOrd="0" destOrd="0" presId="urn:microsoft.com/office/officeart/2005/8/layout/hierarchy1"/>
    <dgm:cxn modelId="{2E688166-B53E-4A07-ACFE-C4372B94972A}" type="presParOf" srcId="{EF0DAE1D-DF24-4EF8-A7B9-8794CB54A123}" destId="{FFC1D938-9679-46E2-9A53-80DA14304625}" srcOrd="1" destOrd="0" presId="urn:microsoft.com/office/officeart/2005/8/layout/hierarchy1"/>
    <dgm:cxn modelId="{2DE172FE-871E-4909-BEDD-D2A0631F4FE6}" type="presParOf" srcId="{54E64DF1-7234-4687-B50D-230A24BC0705}" destId="{F3803518-D38E-40A9-BD81-380A13EA38A7}" srcOrd="1" destOrd="0" presId="urn:microsoft.com/office/officeart/2005/8/layout/hierarchy1"/>
    <dgm:cxn modelId="{EA355CAF-DE77-4778-BFAE-24A0ACF6600D}" type="presParOf" srcId="{EC2EC4E7-E22A-4A78-8773-6340892EE1CB}" destId="{9A3EC13D-0BF3-41AC-B25C-6F7F67257055}" srcOrd="2" destOrd="0" presId="urn:microsoft.com/office/officeart/2005/8/layout/hierarchy1"/>
    <dgm:cxn modelId="{35E3CA88-2E00-4C73-8FA2-46523709D802}" type="presParOf" srcId="{9A3EC13D-0BF3-41AC-B25C-6F7F67257055}" destId="{AFDF5F1F-559A-4908-8BD6-004878A4481D}" srcOrd="0" destOrd="0" presId="urn:microsoft.com/office/officeart/2005/8/layout/hierarchy1"/>
    <dgm:cxn modelId="{D5D212AE-6039-4D28-878F-474F49544F99}" type="presParOf" srcId="{AFDF5F1F-559A-4908-8BD6-004878A4481D}" destId="{FE500D95-6185-41C8-B429-594BBF758DAF}" srcOrd="0" destOrd="0" presId="urn:microsoft.com/office/officeart/2005/8/layout/hierarchy1"/>
    <dgm:cxn modelId="{8859E006-D5B4-4923-B404-92E34F318626}" type="presParOf" srcId="{AFDF5F1F-559A-4908-8BD6-004878A4481D}" destId="{90066F8F-96F7-47A5-A3B6-F71022EFA9BB}" srcOrd="1" destOrd="0" presId="urn:microsoft.com/office/officeart/2005/8/layout/hierarchy1"/>
    <dgm:cxn modelId="{FE51A476-68E3-4CB4-8E00-AB5913D953F2}" type="presParOf" srcId="{9A3EC13D-0BF3-41AC-B25C-6F7F67257055}" destId="{DF6F84FB-4019-4605-8A8D-6DF24AB3F9DD}" srcOrd="1" destOrd="0" presId="urn:microsoft.com/office/officeart/2005/8/layout/hierarchy1"/>
    <dgm:cxn modelId="{B315E90C-FBCA-40D3-B5AA-CC532F63DC05}" type="presParOf" srcId="{EC2EC4E7-E22A-4A78-8773-6340892EE1CB}" destId="{9220CA1B-9857-4B50-A767-F543F4596E8C}" srcOrd="3" destOrd="0" presId="urn:microsoft.com/office/officeart/2005/8/layout/hierarchy1"/>
    <dgm:cxn modelId="{0D5525A5-3D4E-4516-8D40-824A322E7688}" type="presParOf" srcId="{9220CA1B-9857-4B50-A767-F543F4596E8C}" destId="{56B840E8-8DDF-4EFB-AB52-D945045A4773}" srcOrd="0" destOrd="0" presId="urn:microsoft.com/office/officeart/2005/8/layout/hierarchy1"/>
    <dgm:cxn modelId="{2442435E-C8EE-4C15-8D03-A1C02A93F787}" type="presParOf" srcId="{56B840E8-8DDF-4EFB-AB52-D945045A4773}" destId="{DD2E13E1-240A-40F4-BC19-C9D4BD6AE3D3}" srcOrd="0" destOrd="0" presId="urn:microsoft.com/office/officeart/2005/8/layout/hierarchy1"/>
    <dgm:cxn modelId="{DE7C12B0-B01B-441F-AB41-2D8EFFBE9261}" type="presParOf" srcId="{56B840E8-8DDF-4EFB-AB52-D945045A4773}" destId="{4D6E5B9F-85B9-41BB-8D9C-5878E57147BC}" srcOrd="1" destOrd="0" presId="urn:microsoft.com/office/officeart/2005/8/layout/hierarchy1"/>
    <dgm:cxn modelId="{DFE0427B-5570-4FAD-94AE-FEDA24C0B88E}" type="presParOf" srcId="{9220CA1B-9857-4B50-A767-F543F4596E8C}" destId="{A2E2E725-8E9B-4F1B-B5FE-625A4B6220F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7D75418-3318-4F39-AE92-85E4678A3B5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DFE80DE3-E935-4407-9065-C71EBD12E9A9}">
      <dgm:prSet/>
      <dgm:spPr/>
      <dgm:t>
        <a:bodyPr/>
        <a:lstStyle/>
        <a:p>
          <a:r>
            <a:rPr lang="en-US"/>
            <a:t>Transition: Shifted from training backbones to utilizing DINOv2 (self-supervised ViT).</a:t>
          </a:r>
        </a:p>
      </dgm:t>
    </dgm:pt>
    <dgm:pt modelId="{00C9E93A-C3CB-44D5-A559-948043FBCA56}" type="parTrans" cxnId="{9B2CDF61-0CDC-449C-A655-070A6DADCBB4}">
      <dgm:prSet/>
      <dgm:spPr/>
      <dgm:t>
        <a:bodyPr/>
        <a:lstStyle/>
        <a:p>
          <a:endParaRPr lang="en-US"/>
        </a:p>
      </dgm:t>
    </dgm:pt>
    <dgm:pt modelId="{092135A3-FD6C-49C6-A84B-DE0E8C8E4415}" type="sibTrans" cxnId="{9B2CDF61-0CDC-449C-A655-070A6DADCBB4}">
      <dgm:prSet/>
      <dgm:spPr/>
      <dgm:t>
        <a:bodyPr/>
        <a:lstStyle/>
        <a:p>
          <a:endParaRPr lang="en-US"/>
        </a:p>
      </dgm:t>
    </dgm:pt>
    <dgm:pt modelId="{1C672562-A8B4-421E-9CBB-01ECE63FA7AA}">
      <dgm:prSet/>
      <dgm:spPr/>
      <dgm:t>
        <a:bodyPr/>
        <a:lstStyle/>
        <a:p>
          <a:r>
            <a:rPr lang="en-US"/>
            <a:t>Extracted high-resolution patch-based embeddings.</a:t>
          </a:r>
        </a:p>
      </dgm:t>
    </dgm:pt>
    <dgm:pt modelId="{E02EBDD9-D73D-45CC-A2B0-48F525E419E0}" type="parTrans" cxnId="{8A11AE1B-7FC6-431E-9AAE-1920422ECAE1}">
      <dgm:prSet/>
      <dgm:spPr/>
      <dgm:t>
        <a:bodyPr/>
        <a:lstStyle/>
        <a:p>
          <a:endParaRPr lang="en-US"/>
        </a:p>
      </dgm:t>
    </dgm:pt>
    <dgm:pt modelId="{7002F56C-CAC0-464B-821B-5099C8796C90}" type="sibTrans" cxnId="{8A11AE1B-7FC6-431E-9AAE-1920422ECAE1}">
      <dgm:prSet/>
      <dgm:spPr/>
      <dgm:t>
        <a:bodyPr/>
        <a:lstStyle/>
        <a:p>
          <a:endParaRPr lang="en-US"/>
        </a:p>
      </dgm:t>
    </dgm:pt>
    <dgm:pt modelId="{FA41117F-6121-46E2-87C7-55C0E2FFAEDF}">
      <dgm:prSet/>
      <dgm:spPr/>
      <dgm:t>
        <a:bodyPr/>
        <a:lstStyle/>
        <a:p>
          <a:r>
            <a:rPr lang="en-US"/>
            <a:t>Averaged patches to form a dense, global image descriptor.</a:t>
          </a:r>
        </a:p>
      </dgm:t>
    </dgm:pt>
    <dgm:pt modelId="{83C6A219-FE4F-42AD-99EF-57C7DE5F0F24}" type="parTrans" cxnId="{84C90D58-B326-4B58-907B-1AB19D61B7B5}">
      <dgm:prSet/>
      <dgm:spPr/>
      <dgm:t>
        <a:bodyPr/>
        <a:lstStyle/>
        <a:p>
          <a:endParaRPr lang="en-US"/>
        </a:p>
      </dgm:t>
    </dgm:pt>
    <dgm:pt modelId="{91F768A1-35A7-4936-BE94-913F271434FD}" type="sibTrans" cxnId="{84C90D58-B326-4B58-907B-1AB19D61B7B5}">
      <dgm:prSet/>
      <dgm:spPr/>
      <dgm:t>
        <a:bodyPr/>
        <a:lstStyle/>
        <a:p>
          <a:endParaRPr lang="en-US"/>
        </a:p>
      </dgm:t>
    </dgm:pt>
    <dgm:pt modelId="{4BAB29B8-22DF-4D1E-A22A-0DF12A2D807C}">
      <dgm:prSet/>
      <dgm:spPr/>
      <dgm:t>
        <a:bodyPr/>
        <a:lstStyle/>
        <a:p>
          <a:r>
            <a:rPr lang="en-US"/>
            <a:t>Regressor Head: Fed embeddings into GBDT models (LightGBM, XGBoost, CatBoost).</a:t>
          </a:r>
        </a:p>
      </dgm:t>
    </dgm:pt>
    <dgm:pt modelId="{877EFB93-1749-4963-86CE-B92D6F5E6921}" type="parTrans" cxnId="{FF97AB80-88F9-400C-BD08-ED9784A1385D}">
      <dgm:prSet/>
      <dgm:spPr/>
      <dgm:t>
        <a:bodyPr/>
        <a:lstStyle/>
        <a:p>
          <a:endParaRPr lang="en-US"/>
        </a:p>
      </dgm:t>
    </dgm:pt>
    <dgm:pt modelId="{8D600C27-6D43-4180-9419-9D736D777F51}" type="sibTrans" cxnId="{FF97AB80-88F9-400C-BD08-ED9784A1385D}">
      <dgm:prSet/>
      <dgm:spPr/>
      <dgm:t>
        <a:bodyPr/>
        <a:lstStyle/>
        <a:p>
          <a:endParaRPr lang="en-US"/>
        </a:p>
      </dgm:t>
    </dgm:pt>
    <dgm:pt modelId="{CBFB484D-AE67-4E66-9E9C-97123C446FE4}" type="pres">
      <dgm:prSet presAssocID="{C7D75418-3318-4F39-AE92-85E4678A3B5E}" presName="root" presStyleCnt="0">
        <dgm:presLayoutVars>
          <dgm:dir/>
          <dgm:resizeHandles val="exact"/>
        </dgm:presLayoutVars>
      </dgm:prSet>
      <dgm:spPr/>
    </dgm:pt>
    <dgm:pt modelId="{001512E7-EF91-4762-B4CB-C9F302B2CA47}" type="pres">
      <dgm:prSet presAssocID="{DFE80DE3-E935-4407-9065-C71EBD12E9A9}" presName="compNode" presStyleCnt="0"/>
      <dgm:spPr/>
    </dgm:pt>
    <dgm:pt modelId="{C12738BE-97AF-43EC-9F50-93EB0A754C88}" type="pres">
      <dgm:prSet presAssocID="{DFE80DE3-E935-4407-9065-C71EBD12E9A9}" presName="bgRect" presStyleLbl="bgShp" presStyleIdx="0" presStyleCnt="4"/>
      <dgm:spPr/>
    </dgm:pt>
    <dgm:pt modelId="{EBE03F75-1BA6-4F64-B1A5-FBC57859FD9A}" type="pres">
      <dgm:prSet presAssocID="{DFE80DE3-E935-4407-9065-C71EBD12E9A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anching Diagram"/>
        </a:ext>
      </dgm:extLst>
    </dgm:pt>
    <dgm:pt modelId="{45C63E42-FF0E-4536-819E-D9C8D135F1AD}" type="pres">
      <dgm:prSet presAssocID="{DFE80DE3-E935-4407-9065-C71EBD12E9A9}" presName="spaceRect" presStyleCnt="0"/>
      <dgm:spPr/>
    </dgm:pt>
    <dgm:pt modelId="{AF515ECE-828A-4BB1-A200-EBC67350E965}" type="pres">
      <dgm:prSet presAssocID="{DFE80DE3-E935-4407-9065-C71EBD12E9A9}" presName="parTx" presStyleLbl="revTx" presStyleIdx="0" presStyleCnt="4">
        <dgm:presLayoutVars>
          <dgm:chMax val="0"/>
          <dgm:chPref val="0"/>
        </dgm:presLayoutVars>
      </dgm:prSet>
      <dgm:spPr/>
    </dgm:pt>
    <dgm:pt modelId="{065C7474-B6E4-45A9-B740-158BFEE4E9DF}" type="pres">
      <dgm:prSet presAssocID="{092135A3-FD6C-49C6-A84B-DE0E8C8E4415}" presName="sibTrans" presStyleCnt="0"/>
      <dgm:spPr/>
    </dgm:pt>
    <dgm:pt modelId="{DDAAE00D-F71A-4492-960B-49C55F0F8B71}" type="pres">
      <dgm:prSet presAssocID="{1C672562-A8B4-421E-9CBB-01ECE63FA7AA}" presName="compNode" presStyleCnt="0"/>
      <dgm:spPr/>
    </dgm:pt>
    <dgm:pt modelId="{F660D754-2B60-4AED-889C-E9A88D706C68}" type="pres">
      <dgm:prSet presAssocID="{1C672562-A8B4-421E-9CBB-01ECE63FA7AA}" presName="bgRect" presStyleLbl="bgShp" presStyleIdx="1" presStyleCnt="4"/>
      <dgm:spPr/>
    </dgm:pt>
    <dgm:pt modelId="{C815BFE2-FA6F-4901-B63F-061A8F4DD0B0}" type="pres">
      <dgm:prSet presAssocID="{1C672562-A8B4-421E-9CBB-01ECE63FA7AA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93DC2D9A-6365-42AF-B026-D25CB39712C5}" type="pres">
      <dgm:prSet presAssocID="{1C672562-A8B4-421E-9CBB-01ECE63FA7AA}" presName="spaceRect" presStyleCnt="0"/>
      <dgm:spPr/>
    </dgm:pt>
    <dgm:pt modelId="{9B0A1DC3-B292-4F12-A077-B7170BC8490F}" type="pres">
      <dgm:prSet presAssocID="{1C672562-A8B4-421E-9CBB-01ECE63FA7AA}" presName="parTx" presStyleLbl="revTx" presStyleIdx="1" presStyleCnt="4">
        <dgm:presLayoutVars>
          <dgm:chMax val="0"/>
          <dgm:chPref val="0"/>
        </dgm:presLayoutVars>
      </dgm:prSet>
      <dgm:spPr/>
    </dgm:pt>
    <dgm:pt modelId="{A127C9D4-D108-4650-8CD2-1AC5F4FA3F34}" type="pres">
      <dgm:prSet presAssocID="{7002F56C-CAC0-464B-821B-5099C8796C90}" presName="sibTrans" presStyleCnt="0"/>
      <dgm:spPr/>
    </dgm:pt>
    <dgm:pt modelId="{B9573F4B-D8BE-4167-BC0B-E04EDE2C84E4}" type="pres">
      <dgm:prSet presAssocID="{FA41117F-6121-46E2-87C7-55C0E2FFAEDF}" presName="compNode" presStyleCnt="0"/>
      <dgm:spPr/>
    </dgm:pt>
    <dgm:pt modelId="{4A6B52CB-403B-4CC3-9882-54585227D55F}" type="pres">
      <dgm:prSet presAssocID="{FA41117F-6121-46E2-87C7-55C0E2FFAEDF}" presName="bgRect" presStyleLbl="bgShp" presStyleIdx="2" presStyleCnt="4"/>
      <dgm:spPr/>
    </dgm:pt>
    <dgm:pt modelId="{BC3EEEFA-C1CA-49B4-AAF8-293AF633D55E}" type="pres">
      <dgm:prSet presAssocID="{FA41117F-6121-46E2-87C7-55C0E2FFAEDF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8B90189E-1A6F-4667-B8C9-A84E3553D065}" type="pres">
      <dgm:prSet presAssocID="{FA41117F-6121-46E2-87C7-55C0E2FFAEDF}" presName="spaceRect" presStyleCnt="0"/>
      <dgm:spPr/>
    </dgm:pt>
    <dgm:pt modelId="{88D257CA-604B-4626-AF1C-58E9DC136F26}" type="pres">
      <dgm:prSet presAssocID="{FA41117F-6121-46E2-87C7-55C0E2FFAEDF}" presName="parTx" presStyleLbl="revTx" presStyleIdx="2" presStyleCnt="4">
        <dgm:presLayoutVars>
          <dgm:chMax val="0"/>
          <dgm:chPref val="0"/>
        </dgm:presLayoutVars>
      </dgm:prSet>
      <dgm:spPr/>
    </dgm:pt>
    <dgm:pt modelId="{EBA60CEA-9049-44F3-ADAD-673A9A09CB4F}" type="pres">
      <dgm:prSet presAssocID="{91F768A1-35A7-4936-BE94-913F271434FD}" presName="sibTrans" presStyleCnt="0"/>
      <dgm:spPr/>
    </dgm:pt>
    <dgm:pt modelId="{E88903E3-0108-44ED-8264-8D6F0B7FC311}" type="pres">
      <dgm:prSet presAssocID="{4BAB29B8-22DF-4D1E-A22A-0DF12A2D807C}" presName="compNode" presStyleCnt="0"/>
      <dgm:spPr/>
    </dgm:pt>
    <dgm:pt modelId="{58209C57-635C-4411-9451-8D4CF51974F0}" type="pres">
      <dgm:prSet presAssocID="{4BAB29B8-22DF-4D1E-A22A-0DF12A2D807C}" presName="bgRect" presStyleLbl="bgShp" presStyleIdx="3" presStyleCnt="4"/>
      <dgm:spPr/>
    </dgm:pt>
    <dgm:pt modelId="{85163C7D-9282-4793-8186-5504B463BE83}" type="pres">
      <dgm:prSet presAssocID="{4BAB29B8-22DF-4D1E-A22A-0DF12A2D807C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bbles"/>
        </a:ext>
      </dgm:extLst>
    </dgm:pt>
    <dgm:pt modelId="{88BC52A9-E1A8-47AF-882E-E0E919B9BAE6}" type="pres">
      <dgm:prSet presAssocID="{4BAB29B8-22DF-4D1E-A22A-0DF12A2D807C}" presName="spaceRect" presStyleCnt="0"/>
      <dgm:spPr/>
    </dgm:pt>
    <dgm:pt modelId="{9E50FD0E-3DC6-45E0-92A4-30280280C77E}" type="pres">
      <dgm:prSet presAssocID="{4BAB29B8-22DF-4D1E-A22A-0DF12A2D807C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F3C3BF05-B20D-4D13-BB8C-DC6052300B32}" type="presOf" srcId="{C7D75418-3318-4F39-AE92-85E4678A3B5E}" destId="{CBFB484D-AE67-4E66-9E9C-97123C446FE4}" srcOrd="0" destOrd="0" presId="urn:microsoft.com/office/officeart/2018/2/layout/IconVerticalSolidList"/>
    <dgm:cxn modelId="{8A11AE1B-7FC6-431E-9AAE-1920422ECAE1}" srcId="{C7D75418-3318-4F39-AE92-85E4678A3B5E}" destId="{1C672562-A8B4-421E-9CBB-01ECE63FA7AA}" srcOrd="1" destOrd="0" parTransId="{E02EBDD9-D73D-45CC-A2B0-48F525E419E0}" sibTransId="{7002F56C-CAC0-464B-821B-5099C8796C90}"/>
    <dgm:cxn modelId="{F886A435-CCDE-4835-BF61-0EB46AEABD99}" type="presOf" srcId="{1C672562-A8B4-421E-9CBB-01ECE63FA7AA}" destId="{9B0A1DC3-B292-4F12-A077-B7170BC8490F}" srcOrd="0" destOrd="0" presId="urn:microsoft.com/office/officeart/2018/2/layout/IconVerticalSolidList"/>
    <dgm:cxn modelId="{9B2CDF61-0CDC-449C-A655-070A6DADCBB4}" srcId="{C7D75418-3318-4F39-AE92-85E4678A3B5E}" destId="{DFE80DE3-E935-4407-9065-C71EBD12E9A9}" srcOrd="0" destOrd="0" parTransId="{00C9E93A-C3CB-44D5-A559-948043FBCA56}" sibTransId="{092135A3-FD6C-49C6-A84B-DE0E8C8E4415}"/>
    <dgm:cxn modelId="{84C90D58-B326-4B58-907B-1AB19D61B7B5}" srcId="{C7D75418-3318-4F39-AE92-85E4678A3B5E}" destId="{FA41117F-6121-46E2-87C7-55C0E2FFAEDF}" srcOrd="2" destOrd="0" parTransId="{83C6A219-FE4F-42AD-99EF-57C7DE5F0F24}" sibTransId="{91F768A1-35A7-4936-BE94-913F271434FD}"/>
    <dgm:cxn modelId="{7CDF727E-DF4C-4A5D-9901-5840E5DEA5E5}" type="presOf" srcId="{4BAB29B8-22DF-4D1E-A22A-0DF12A2D807C}" destId="{9E50FD0E-3DC6-45E0-92A4-30280280C77E}" srcOrd="0" destOrd="0" presId="urn:microsoft.com/office/officeart/2018/2/layout/IconVerticalSolidList"/>
    <dgm:cxn modelId="{FF97AB80-88F9-400C-BD08-ED9784A1385D}" srcId="{C7D75418-3318-4F39-AE92-85E4678A3B5E}" destId="{4BAB29B8-22DF-4D1E-A22A-0DF12A2D807C}" srcOrd="3" destOrd="0" parTransId="{877EFB93-1749-4963-86CE-B92D6F5E6921}" sibTransId="{8D600C27-6D43-4180-9419-9D736D777F51}"/>
    <dgm:cxn modelId="{FF15D1A9-FD0E-4F0C-8AAE-BFCD23249148}" type="presOf" srcId="{FA41117F-6121-46E2-87C7-55C0E2FFAEDF}" destId="{88D257CA-604B-4626-AF1C-58E9DC136F26}" srcOrd="0" destOrd="0" presId="urn:microsoft.com/office/officeart/2018/2/layout/IconVerticalSolidList"/>
    <dgm:cxn modelId="{F59800F1-B944-4D46-B78D-341986C60E8B}" type="presOf" srcId="{DFE80DE3-E935-4407-9065-C71EBD12E9A9}" destId="{AF515ECE-828A-4BB1-A200-EBC67350E965}" srcOrd="0" destOrd="0" presId="urn:microsoft.com/office/officeart/2018/2/layout/IconVerticalSolidList"/>
    <dgm:cxn modelId="{75472285-215A-4125-B90A-1D8CE7220238}" type="presParOf" srcId="{CBFB484D-AE67-4E66-9E9C-97123C446FE4}" destId="{001512E7-EF91-4762-B4CB-C9F302B2CA47}" srcOrd="0" destOrd="0" presId="urn:microsoft.com/office/officeart/2018/2/layout/IconVerticalSolidList"/>
    <dgm:cxn modelId="{6608E3B6-9443-4588-AC4A-63E904012EE3}" type="presParOf" srcId="{001512E7-EF91-4762-B4CB-C9F302B2CA47}" destId="{C12738BE-97AF-43EC-9F50-93EB0A754C88}" srcOrd="0" destOrd="0" presId="urn:microsoft.com/office/officeart/2018/2/layout/IconVerticalSolidList"/>
    <dgm:cxn modelId="{E5781DB0-51B6-4709-9B8D-976D18AFD237}" type="presParOf" srcId="{001512E7-EF91-4762-B4CB-C9F302B2CA47}" destId="{EBE03F75-1BA6-4F64-B1A5-FBC57859FD9A}" srcOrd="1" destOrd="0" presId="urn:microsoft.com/office/officeart/2018/2/layout/IconVerticalSolidList"/>
    <dgm:cxn modelId="{0E927FD0-32AD-4307-B8B3-5521A8FF12B1}" type="presParOf" srcId="{001512E7-EF91-4762-B4CB-C9F302B2CA47}" destId="{45C63E42-FF0E-4536-819E-D9C8D135F1AD}" srcOrd="2" destOrd="0" presId="urn:microsoft.com/office/officeart/2018/2/layout/IconVerticalSolidList"/>
    <dgm:cxn modelId="{3E046E10-5F16-478F-AF2A-172CCF843B1D}" type="presParOf" srcId="{001512E7-EF91-4762-B4CB-C9F302B2CA47}" destId="{AF515ECE-828A-4BB1-A200-EBC67350E965}" srcOrd="3" destOrd="0" presId="urn:microsoft.com/office/officeart/2018/2/layout/IconVerticalSolidList"/>
    <dgm:cxn modelId="{D61D9113-CFCD-4CB9-9462-B798FCD7C1CD}" type="presParOf" srcId="{CBFB484D-AE67-4E66-9E9C-97123C446FE4}" destId="{065C7474-B6E4-45A9-B740-158BFEE4E9DF}" srcOrd="1" destOrd="0" presId="urn:microsoft.com/office/officeart/2018/2/layout/IconVerticalSolidList"/>
    <dgm:cxn modelId="{A6F5BD06-8516-4A1C-9132-1E52F9A3225B}" type="presParOf" srcId="{CBFB484D-AE67-4E66-9E9C-97123C446FE4}" destId="{DDAAE00D-F71A-4492-960B-49C55F0F8B71}" srcOrd="2" destOrd="0" presId="urn:microsoft.com/office/officeart/2018/2/layout/IconVerticalSolidList"/>
    <dgm:cxn modelId="{122D9B6F-CAD2-4AEA-A7E9-AD84DEC0C5E4}" type="presParOf" srcId="{DDAAE00D-F71A-4492-960B-49C55F0F8B71}" destId="{F660D754-2B60-4AED-889C-E9A88D706C68}" srcOrd="0" destOrd="0" presId="urn:microsoft.com/office/officeart/2018/2/layout/IconVerticalSolidList"/>
    <dgm:cxn modelId="{7E984D52-6A4C-4CCA-BAB6-0D22DF743168}" type="presParOf" srcId="{DDAAE00D-F71A-4492-960B-49C55F0F8B71}" destId="{C815BFE2-FA6F-4901-B63F-061A8F4DD0B0}" srcOrd="1" destOrd="0" presId="urn:microsoft.com/office/officeart/2018/2/layout/IconVerticalSolidList"/>
    <dgm:cxn modelId="{2A9429E2-171C-419F-A752-41691AA2B35A}" type="presParOf" srcId="{DDAAE00D-F71A-4492-960B-49C55F0F8B71}" destId="{93DC2D9A-6365-42AF-B026-D25CB39712C5}" srcOrd="2" destOrd="0" presId="urn:microsoft.com/office/officeart/2018/2/layout/IconVerticalSolidList"/>
    <dgm:cxn modelId="{F2ACCD15-8134-41DE-987B-DD37D002D0DC}" type="presParOf" srcId="{DDAAE00D-F71A-4492-960B-49C55F0F8B71}" destId="{9B0A1DC3-B292-4F12-A077-B7170BC8490F}" srcOrd="3" destOrd="0" presId="urn:microsoft.com/office/officeart/2018/2/layout/IconVerticalSolidList"/>
    <dgm:cxn modelId="{6AB7675C-CFE8-4957-B82B-30DE873130CA}" type="presParOf" srcId="{CBFB484D-AE67-4E66-9E9C-97123C446FE4}" destId="{A127C9D4-D108-4650-8CD2-1AC5F4FA3F34}" srcOrd="3" destOrd="0" presId="urn:microsoft.com/office/officeart/2018/2/layout/IconVerticalSolidList"/>
    <dgm:cxn modelId="{9D805544-F905-4A4B-BF24-29E2E9222CCB}" type="presParOf" srcId="{CBFB484D-AE67-4E66-9E9C-97123C446FE4}" destId="{B9573F4B-D8BE-4167-BC0B-E04EDE2C84E4}" srcOrd="4" destOrd="0" presId="urn:microsoft.com/office/officeart/2018/2/layout/IconVerticalSolidList"/>
    <dgm:cxn modelId="{433B9004-61FD-4324-9A12-4A201A8789AF}" type="presParOf" srcId="{B9573F4B-D8BE-4167-BC0B-E04EDE2C84E4}" destId="{4A6B52CB-403B-4CC3-9882-54585227D55F}" srcOrd="0" destOrd="0" presId="urn:microsoft.com/office/officeart/2018/2/layout/IconVerticalSolidList"/>
    <dgm:cxn modelId="{AAA2152A-7155-47E3-B7ED-6695DF1022B1}" type="presParOf" srcId="{B9573F4B-D8BE-4167-BC0B-E04EDE2C84E4}" destId="{BC3EEEFA-C1CA-49B4-AAF8-293AF633D55E}" srcOrd="1" destOrd="0" presId="urn:microsoft.com/office/officeart/2018/2/layout/IconVerticalSolidList"/>
    <dgm:cxn modelId="{EECE1EC5-C0FD-4200-BCEE-CE417E66EFA8}" type="presParOf" srcId="{B9573F4B-D8BE-4167-BC0B-E04EDE2C84E4}" destId="{8B90189E-1A6F-4667-B8C9-A84E3553D065}" srcOrd="2" destOrd="0" presId="urn:microsoft.com/office/officeart/2018/2/layout/IconVerticalSolidList"/>
    <dgm:cxn modelId="{96088D20-095A-471C-B4B6-BE932EB8C149}" type="presParOf" srcId="{B9573F4B-D8BE-4167-BC0B-E04EDE2C84E4}" destId="{88D257CA-604B-4626-AF1C-58E9DC136F26}" srcOrd="3" destOrd="0" presId="urn:microsoft.com/office/officeart/2018/2/layout/IconVerticalSolidList"/>
    <dgm:cxn modelId="{CB533A13-7908-4580-B20C-E4BC4B38D7C5}" type="presParOf" srcId="{CBFB484D-AE67-4E66-9E9C-97123C446FE4}" destId="{EBA60CEA-9049-44F3-ADAD-673A9A09CB4F}" srcOrd="5" destOrd="0" presId="urn:microsoft.com/office/officeart/2018/2/layout/IconVerticalSolidList"/>
    <dgm:cxn modelId="{96F2B388-3DB7-4EB4-9B22-59F568677004}" type="presParOf" srcId="{CBFB484D-AE67-4E66-9E9C-97123C446FE4}" destId="{E88903E3-0108-44ED-8264-8D6F0B7FC311}" srcOrd="6" destOrd="0" presId="urn:microsoft.com/office/officeart/2018/2/layout/IconVerticalSolidList"/>
    <dgm:cxn modelId="{22A0F8BA-9E44-4150-86EC-503ED69CCBCE}" type="presParOf" srcId="{E88903E3-0108-44ED-8264-8D6F0B7FC311}" destId="{58209C57-635C-4411-9451-8D4CF51974F0}" srcOrd="0" destOrd="0" presId="urn:microsoft.com/office/officeart/2018/2/layout/IconVerticalSolidList"/>
    <dgm:cxn modelId="{53827E04-0A20-4D28-A023-C4B6193EA234}" type="presParOf" srcId="{E88903E3-0108-44ED-8264-8D6F0B7FC311}" destId="{85163C7D-9282-4793-8186-5504B463BE83}" srcOrd="1" destOrd="0" presId="urn:microsoft.com/office/officeart/2018/2/layout/IconVerticalSolidList"/>
    <dgm:cxn modelId="{5071E678-83A4-4FB0-804C-98AC1959957C}" type="presParOf" srcId="{E88903E3-0108-44ED-8264-8D6F0B7FC311}" destId="{88BC52A9-E1A8-47AF-882E-E0E919B9BAE6}" srcOrd="2" destOrd="0" presId="urn:microsoft.com/office/officeart/2018/2/layout/IconVerticalSolidList"/>
    <dgm:cxn modelId="{BDD315F2-F280-4D4D-BF1C-C9C5321DBD85}" type="presParOf" srcId="{E88903E3-0108-44ED-8264-8D6F0B7FC311}" destId="{9E50FD0E-3DC6-45E0-92A4-30280280C77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49ABA04-A75A-46B6-97DB-96C3702691E5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D239251-247E-4F01-B79C-72ACEC9AC937}">
      <dgm:prSet/>
      <dgm:spPr/>
      <dgm:t>
        <a:bodyPr/>
        <a:lstStyle/>
        <a:p>
          <a:r>
            <a:rPr lang="en-US"/>
            <a:t>Test Pipeline: Resizing to 224x224, normalization, and inverse target scaling.</a:t>
          </a:r>
        </a:p>
      </dgm:t>
    </dgm:pt>
    <dgm:pt modelId="{73CE5DEE-E860-4183-858D-B6D3B76D0A9F}" type="parTrans" cxnId="{B27F300F-1335-425E-A36C-1F53702B9865}">
      <dgm:prSet/>
      <dgm:spPr/>
      <dgm:t>
        <a:bodyPr/>
        <a:lstStyle/>
        <a:p>
          <a:endParaRPr lang="en-US"/>
        </a:p>
      </dgm:t>
    </dgm:pt>
    <dgm:pt modelId="{BE3D080B-3C60-4DCA-ABFA-953BA60B7D0F}" type="sibTrans" cxnId="{B27F300F-1335-425E-A36C-1F53702B9865}">
      <dgm:prSet/>
      <dgm:spPr/>
      <dgm:t>
        <a:bodyPr/>
        <a:lstStyle/>
        <a:p>
          <a:endParaRPr lang="en-US"/>
        </a:p>
      </dgm:t>
    </dgm:pt>
    <dgm:pt modelId="{F5A9F930-9FA3-44CA-A1CB-B44B061E7073}">
      <dgm:prSet/>
      <dgm:spPr/>
      <dgm:t>
        <a:bodyPr/>
        <a:lstStyle/>
        <a:p>
          <a:r>
            <a:rPr lang="en-US"/>
            <a:t>Physical Validity: Predicted values clamped to zero to prevent negative biomass results.</a:t>
          </a:r>
        </a:p>
      </dgm:t>
    </dgm:pt>
    <dgm:pt modelId="{53D5E28C-0F88-4D49-B0AC-EB5A7BF7DA61}" type="parTrans" cxnId="{56CF4643-3A24-460C-969F-AB90D6BCD196}">
      <dgm:prSet/>
      <dgm:spPr/>
      <dgm:t>
        <a:bodyPr/>
        <a:lstStyle/>
        <a:p>
          <a:endParaRPr lang="en-US"/>
        </a:p>
      </dgm:t>
    </dgm:pt>
    <dgm:pt modelId="{2F4000FD-CA6C-41A3-A3E0-4F0CF62052A8}" type="sibTrans" cxnId="{56CF4643-3A24-460C-969F-AB90D6BCD196}">
      <dgm:prSet/>
      <dgm:spPr/>
      <dgm:t>
        <a:bodyPr/>
        <a:lstStyle/>
        <a:p>
          <a:endParaRPr lang="en-US"/>
        </a:p>
      </dgm:t>
    </dgm:pt>
    <dgm:pt modelId="{78EE35A7-1D17-4733-ACBD-90D4AD0BCFEA}">
      <dgm:prSet/>
      <dgm:spPr/>
      <dgm:t>
        <a:bodyPr/>
        <a:lstStyle/>
        <a:p>
          <a:r>
            <a:rPr lang="en-US"/>
            <a:t>Output: Formatting of submission.csv using the ImageID__TargetName convention.</a:t>
          </a:r>
        </a:p>
      </dgm:t>
    </dgm:pt>
    <dgm:pt modelId="{DF92EFA4-CF9C-4659-9495-03484DA1D766}" type="parTrans" cxnId="{F9C60D73-65D1-4688-B920-F4E238B1F538}">
      <dgm:prSet/>
      <dgm:spPr/>
      <dgm:t>
        <a:bodyPr/>
        <a:lstStyle/>
        <a:p>
          <a:endParaRPr lang="en-US"/>
        </a:p>
      </dgm:t>
    </dgm:pt>
    <dgm:pt modelId="{9C6BF624-19F4-4214-9EA4-0333BD2FA4A3}" type="sibTrans" cxnId="{F9C60D73-65D1-4688-B920-F4E238B1F538}">
      <dgm:prSet/>
      <dgm:spPr/>
      <dgm:t>
        <a:bodyPr/>
        <a:lstStyle/>
        <a:p>
          <a:endParaRPr lang="en-US"/>
        </a:p>
      </dgm:t>
    </dgm:pt>
    <dgm:pt modelId="{79644EF5-9651-4A30-BFAE-364045478A8A}" type="pres">
      <dgm:prSet presAssocID="{649ABA04-A75A-46B6-97DB-96C3702691E5}" presName="linear" presStyleCnt="0">
        <dgm:presLayoutVars>
          <dgm:animLvl val="lvl"/>
          <dgm:resizeHandles val="exact"/>
        </dgm:presLayoutVars>
      </dgm:prSet>
      <dgm:spPr/>
    </dgm:pt>
    <dgm:pt modelId="{5BF8D559-D627-4590-9F52-6E7687E1E224}" type="pres">
      <dgm:prSet presAssocID="{0D239251-247E-4F01-B79C-72ACEC9AC937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3AF70E5-6FB1-43B9-9564-8464D8C57071}" type="pres">
      <dgm:prSet presAssocID="{BE3D080B-3C60-4DCA-ABFA-953BA60B7D0F}" presName="spacer" presStyleCnt="0"/>
      <dgm:spPr/>
    </dgm:pt>
    <dgm:pt modelId="{8ECB8562-E2ED-4947-A7D0-D6FA0DDA3471}" type="pres">
      <dgm:prSet presAssocID="{F5A9F930-9FA3-44CA-A1CB-B44B061E7073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60305653-09DB-4F90-975A-9733C395057D}" type="pres">
      <dgm:prSet presAssocID="{2F4000FD-CA6C-41A3-A3E0-4F0CF62052A8}" presName="spacer" presStyleCnt="0"/>
      <dgm:spPr/>
    </dgm:pt>
    <dgm:pt modelId="{4DD0BF78-1A50-489F-95CE-240879DA65B6}" type="pres">
      <dgm:prSet presAssocID="{78EE35A7-1D17-4733-ACBD-90D4AD0BCFEA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B27F300F-1335-425E-A36C-1F53702B9865}" srcId="{649ABA04-A75A-46B6-97DB-96C3702691E5}" destId="{0D239251-247E-4F01-B79C-72ACEC9AC937}" srcOrd="0" destOrd="0" parTransId="{73CE5DEE-E860-4183-858D-B6D3B76D0A9F}" sibTransId="{BE3D080B-3C60-4DCA-ABFA-953BA60B7D0F}"/>
    <dgm:cxn modelId="{89E27C31-7CA9-4306-8647-EC426F59A4F0}" type="presOf" srcId="{78EE35A7-1D17-4733-ACBD-90D4AD0BCFEA}" destId="{4DD0BF78-1A50-489F-95CE-240879DA65B6}" srcOrd="0" destOrd="0" presId="urn:microsoft.com/office/officeart/2005/8/layout/vList2"/>
    <dgm:cxn modelId="{56CF4643-3A24-460C-969F-AB90D6BCD196}" srcId="{649ABA04-A75A-46B6-97DB-96C3702691E5}" destId="{F5A9F930-9FA3-44CA-A1CB-B44B061E7073}" srcOrd="1" destOrd="0" parTransId="{53D5E28C-0F88-4D49-B0AC-EB5A7BF7DA61}" sibTransId="{2F4000FD-CA6C-41A3-A3E0-4F0CF62052A8}"/>
    <dgm:cxn modelId="{F9C60D73-65D1-4688-B920-F4E238B1F538}" srcId="{649ABA04-A75A-46B6-97DB-96C3702691E5}" destId="{78EE35A7-1D17-4733-ACBD-90D4AD0BCFEA}" srcOrd="2" destOrd="0" parTransId="{DF92EFA4-CF9C-4659-9495-03484DA1D766}" sibTransId="{9C6BF624-19F4-4214-9EA4-0333BD2FA4A3}"/>
    <dgm:cxn modelId="{D8D8DC81-2282-4994-8694-C8938183EBEE}" type="presOf" srcId="{F5A9F930-9FA3-44CA-A1CB-B44B061E7073}" destId="{8ECB8562-E2ED-4947-A7D0-D6FA0DDA3471}" srcOrd="0" destOrd="0" presId="urn:microsoft.com/office/officeart/2005/8/layout/vList2"/>
    <dgm:cxn modelId="{2E508383-5761-4C49-ACFB-D2E173381825}" type="presOf" srcId="{0D239251-247E-4F01-B79C-72ACEC9AC937}" destId="{5BF8D559-D627-4590-9F52-6E7687E1E224}" srcOrd="0" destOrd="0" presId="urn:microsoft.com/office/officeart/2005/8/layout/vList2"/>
    <dgm:cxn modelId="{3107D6F9-7696-4329-A713-C7BBAACA3595}" type="presOf" srcId="{649ABA04-A75A-46B6-97DB-96C3702691E5}" destId="{79644EF5-9651-4A30-BFAE-364045478A8A}" srcOrd="0" destOrd="0" presId="urn:microsoft.com/office/officeart/2005/8/layout/vList2"/>
    <dgm:cxn modelId="{2C8D7D4E-CB42-4977-9419-724356977018}" type="presParOf" srcId="{79644EF5-9651-4A30-BFAE-364045478A8A}" destId="{5BF8D559-D627-4590-9F52-6E7687E1E224}" srcOrd="0" destOrd="0" presId="urn:microsoft.com/office/officeart/2005/8/layout/vList2"/>
    <dgm:cxn modelId="{2FD3C831-ED10-4C58-8F1B-777A739E007A}" type="presParOf" srcId="{79644EF5-9651-4A30-BFAE-364045478A8A}" destId="{F3AF70E5-6FB1-43B9-9564-8464D8C57071}" srcOrd="1" destOrd="0" presId="urn:microsoft.com/office/officeart/2005/8/layout/vList2"/>
    <dgm:cxn modelId="{C09507FF-FF6A-4ACE-AC28-F3F01CEB807D}" type="presParOf" srcId="{79644EF5-9651-4A30-BFAE-364045478A8A}" destId="{8ECB8562-E2ED-4947-A7D0-D6FA0DDA3471}" srcOrd="2" destOrd="0" presId="urn:microsoft.com/office/officeart/2005/8/layout/vList2"/>
    <dgm:cxn modelId="{83CE74EF-56B1-4BC3-BD0F-76DBEAA51884}" type="presParOf" srcId="{79644EF5-9651-4A30-BFAE-364045478A8A}" destId="{60305653-09DB-4F90-975A-9733C395057D}" srcOrd="3" destOrd="0" presId="urn:microsoft.com/office/officeart/2005/8/layout/vList2"/>
    <dgm:cxn modelId="{B655535F-B1DF-478A-917C-1700BF2F440E}" type="presParOf" srcId="{79644EF5-9651-4A30-BFAE-364045478A8A}" destId="{4DD0BF78-1A50-489F-95CE-240879DA65B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C83281C-1AD4-4F2B-A623-509684E8B2B3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38226F3C-7445-4F58-A8C1-A5D252518146}">
      <dgm:prSet/>
      <dgm:spPr/>
      <dgm:t>
        <a:bodyPr/>
        <a:lstStyle/>
        <a:p>
          <a:r>
            <a:rPr lang="en-US"/>
            <a:t>Key Achievement: Successfully transitioned from a 0.32 R^2 CNN baseline to a 0.63 R^2 state-of-the-art DINOv2 + CatBoost pipeline.</a:t>
          </a:r>
        </a:p>
      </dgm:t>
    </dgm:pt>
    <dgm:pt modelId="{6F57035F-CB25-4850-8955-11CB60E9741B}" type="parTrans" cxnId="{97F68163-11E7-479A-9034-8ECC75F5B69E}">
      <dgm:prSet/>
      <dgm:spPr/>
      <dgm:t>
        <a:bodyPr/>
        <a:lstStyle/>
        <a:p>
          <a:endParaRPr lang="en-US"/>
        </a:p>
      </dgm:t>
    </dgm:pt>
    <dgm:pt modelId="{6494D66E-4E00-41D4-A953-BF4C6F424230}" type="sibTrans" cxnId="{97F68163-11E7-479A-9034-8ECC75F5B69E}">
      <dgm:prSet/>
      <dgm:spPr/>
      <dgm:t>
        <a:bodyPr/>
        <a:lstStyle/>
        <a:p>
          <a:endParaRPr lang="en-US"/>
        </a:p>
      </dgm:t>
    </dgm:pt>
    <dgm:pt modelId="{948C4D45-6478-4E71-8115-21D94D9F6DE7}">
      <dgm:prSet/>
      <dgm:spPr/>
      <dgm:t>
        <a:bodyPr/>
        <a:lstStyle/>
        <a:p>
          <a:r>
            <a:rPr lang="en-US"/>
            <a:t>Primary Takeaway: Foundation models (DINOv2) provide significantly more robust spatial features for biomass estimation than small-scale CNNs trained from scratch.</a:t>
          </a:r>
        </a:p>
      </dgm:t>
    </dgm:pt>
    <dgm:pt modelId="{B9E0152F-F835-4639-9FD7-C4A5FE756AA7}" type="parTrans" cxnId="{5044890F-1141-416E-BE1B-CC485200EE1D}">
      <dgm:prSet/>
      <dgm:spPr/>
      <dgm:t>
        <a:bodyPr/>
        <a:lstStyle/>
        <a:p>
          <a:endParaRPr lang="en-US"/>
        </a:p>
      </dgm:t>
    </dgm:pt>
    <dgm:pt modelId="{DE50DB9A-7E24-4309-8034-0E3FE186087D}" type="sibTrans" cxnId="{5044890F-1141-416E-BE1B-CC485200EE1D}">
      <dgm:prSet/>
      <dgm:spPr/>
      <dgm:t>
        <a:bodyPr/>
        <a:lstStyle/>
        <a:p>
          <a:endParaRPr lang="en-US"/>
        </a:p>
      </dgm:t>
    </dgm:pt>
    <dgm:pt modelId="{A1838BD7-47EA-4256-9E3B-7443C9CFD1B1}">
      <dgm:prSet/>
      <dgm:spPr/>
      <dgm:t>
        <a:bodyPr/>
        <a:lstStyle/>
        <a:p>
          <a:r>
            <a:rPr lang="en-US"/>
            <a:t>Architecture Impact: High dropout (0.6) and medium augmentation were critical factors in stabilizing model performance across all experiments.</a:t>
          </a:r>
        </a:p>
      </dgm:t>
    </dgm:pt>
    <dgm:pt modelId="{36ED9D2B-45FD-4F0D-A8B3-37EFC3BADF77}" type="parTrans" cxnId="{0C94A122-6076-4149-8416-E70AA6320D8A}">
      <dgm:prSet/>
      <dgm:spPr/>
      <dgm:t>
        <a:bodyPr/>
        <a:lstStyle/>
        <a:p>
          <a:endParaRPr lang="en-US"/>
        </a:p>
      </dgm:t>
    </dgm:pt>
    <dgm:pt modelId="{37A786CC-6943-46E0-9525-6FB432C25612}" type="sibTrans" cxnId="{0C94A122-6076-4149-8416-E70AA6320D8A}">
      <dgm:prSet/>
      <dgm:spPr/>
      <dgm:t>
        <a:bodyPr/>
        <a:lstStyle/>
        <a:p>
          <a:endParaRPr lang="en-US"/>
        </a:p>
      </dgm:t>
    </dgm:pt>
    <dgm:pt modelId="{4BA582A8-0836-4AF2-80B5-4226DDCD0A5D}">
      <dgm:prSet/>
      <dgm:spPr/>
      <dgm:t>
        <a:bodyPr/>
        <a:lstStyle/>
        <a:p>
          <a:r>
            <a:rPr lang="en-US"/>
            <a:t>Winning Strategy: The combination of patch-based embedding averaging and CatBoost regression delivered the most reliable predictions for the CSIRO competition targets.</a:t>
          </a:r>
        </a:p>
      </dgm:t>
    </dgm:pt>
    <dgm:pt modelId="{AC4EBCD2-A87B-4648-969F-E2510BBA8C58}" type="parTrans" cxnId="{9A73E1FA-CD32-49A1-A748-10424D537DFB}">
      <dgm:prSet/>
      <dgm:spPr/>
      <dgm:t>
        <a:bodyPr/>
        <a:lstStyle/>
        <a:p>
          <a:endParaRPr lang="en-US"/>
        </a:p>
      </dgm:t>
    </dgm:pt>
    <dgm:pt modelId="{3E712E49-BA42-42A5-B370-23CABE8C8C1F}" type="sibTrans" cxnId="{9A73E1FA-CD32-49A1-A748-10424D537DFB}">
      <dgm:prSet/>
      <dgm:spPr/>
      <dgm:t>
        <a:bodyPr/>
        <a:lstStyle/>
        <a:p>
          <a:endParaRPr lang="en-US"/>
        </a:p>
      </dgm:t>
    </dgm:pt>
    <dgm:pt modelId="{EBAE65DE-9A4F-4279-B9C6-E9A670CC634F}">
      <dgm:prSet/>
      <dgm:spPr/>
      <dgm:t>
        <a:bodyPr/>
        <a:lstStyle/>
        <a:p>
          <a:r>
            <a:rPr lang="en-US"/>
            <a:t>Future Directions: Potential for further gains through ensemble methods (stacking CatBoost and LightGBM) or fine-tuning the DINOv2 backbone on agricultural-specific imagery.</a:t>
          </a:r>
        </a:p>
      </dgm:t>
    </dgm:pt>
    <dgm:pt modelId="{5EDE2447-D053-4BB1-866A-EF1B93AE556D}" type="parTrans" cxnId="{F7A3FE0E-64E7-4A8F-80B6-B934943B5E51}">
      <dgm:prSet/>
      <dgm:spPr/>
      <dgm:t>
        <a:bodyPr/>
        <a:lstStyle/>
        <a:p>
          <a:endParaRPr lang="en-US"/>
        </a:p>
      </dgm:t>
    </dgm:pt>
    <dgm:pt modelId="{A92AA169-6B3A-4D40-8B5B-1DE2C829A9E8}" type="sibTrans" cxnId="{F7A3FE0E-64E7-4A8F-80B6-B934943B5E51}">
      <dgm:prSet/>
      <dgm:spPr/>
      <dgm:t>
        <a:bodyPr/>
        <a:lstStyle/>
        <a:p>
          <a:endParaRPr lang="en-US"/>
        </a:p>
      </dgm:t>
    </dgm:pt>
    <dgm:pt modelId="{9FAB0D20-ACDC-470E-91FE-2D70057B90EC}" type="pres">
      <dgm:prSet presAssocID="{AC83281C-1AD4-4F2B-A623-509684E8B2B3}" presName="vert0" presStyleCnt="0">
        <dgm:presLayoutVars>
          <dgm:dir/>
          <dgm:animOne val="branch"/>
          <dgm:animLvl val="lvl"/>
        </dgm:presLayoutVars>
      </dgm:prSet>
      <dgm:spPr/>
    </dgm:pt>
    <dgm:pt modelId="{79C61ED4-C6AD-411C-80D1-EFC22DFD1527}" type="pres">
      <dgm:prSet presAssocID="{38226F3C-7445-4F58-A8C1-A5D252518146}" presName="thickLine" presStyleLbl="alignNode1" presStyleIdx="0" presStyleCnt="5"/>
      <dgm:spPr/>
    </dgm:pt>
    <dgm:pt modelId="{CA56F9C3-0EB7-4120-B17C-E40AFF7CCF46}" type="pres">
      <dgm:prSet presAssocID="{38226F3C-7445-4F58-A8C1-A5D252518146}" presName="horz1" presStyleCnt="0"/>
      <dgm:spPr/>
    </dgm:pt>
    <dgm:pt modelId="{6A0548C1-A0D9-4F9B-8FD8-42AF8A9497BB}" type="pres">
      <dgm:prSet presAssocID="{38226F3C-7445-4F58-A8C1-A5D252518146}" presName="tx1" presStyleLbl="revTx" presStyleIdx="0" presStyleCnt="5"/>
      <dgm:spPr/>
    </dgm:pt>
    <dgm:pt modelId="{B8DF5737-93C2-4C0A-AEDF-66DF7F2041BD}" type="pres">
      <dgm:prSet presAssocID="{38226F3C-7445-4F58-A8C1-A5D252518146}" presName="vert1" presStyleCnt="0"/>
      <dgm:spPr/>
    </dgm:pt>
    <dgm:pt modelId="{D18A8B4B-598F-4F3A-8660-741BCEB7A127}" type="pres">
      <dgm:prSet presAssocID="{948C4D45-6478-4E71-8115-21D94D9F6DE7}" presName="thickLine" presStyleLbl="alignNode1" presStyleIdx="1" presStyleCnt="5"/>
      <dgm:spPr/>
    </dgm:pt>
    <dgm:pt modelId="{123ED813-94FE-43D9-AA59-2614C5FE2B82}" type="pres">
      <dgm:prSet presAssocID="{948C4D45-6478-4E71-8115-21D94D9F6DE7}" presName="horz1" presStyleCnt="0"/>
      <dgm:spPr/>
    </dgm:pt>
    <dgm:pt modelId="{03438D19-31B7-4826-BF8B-5FE375337BA6}" type="pres">
      <dgm:prSet presAssocID="{948C4D45-6478-4E71-8115-21D94D9F6DE7}" presName="tx1" presStyleLbl="revTx" presStyleIdx="1" presStyleCnt="5"/>
      <dgm:spPr/>
    </dgm:pt>
    <dgm:pt modelId="{DDB9689E-368F-4969-BF9C-11257BD30610}" type="pres">
      <dgm:prSet presAssocID="{948C4D45-6478-4E71-8115-21D94D9F6DE7}" presName="vert1" presStyleCnt="0"/>
      <dgm:spPr/>
    </dgm:pt>
    <dgm:pt modelId="{71B55F13-9240-4A18-95B3-0937C49F517D}" type="pres">
      <dgm:prSet presAssocID="{A1838BD7-47EA-4256-9E3B-7443C9CFD1B1}" presName="thickLine" presStyleLbl="alignNode1" presStyleIdx="2" presStyleCnt="5"/>
      <dgm:spPr/>
    </dgm:pt>
    <dgm:pt modelId="{27299D89-614C-4E9C-B8C5-B50727B934A5}" type="pres">
      <dgm:prSet presAssocID="{A1838BD7-47EA-4256-9E3B-7443C9CFD1B1}" presName="horz1" presStyleCnt="0"/>
      <dgm:spPr/>
    </dgm:pt>
    <dgm:pt modelId="{F137B540-1E5C-4B58-8C96-8EC272643B71}" type="pres">
      <dgm:prSet presAssocID="{A1838BD7-47EA-4256-9E3B-7443C9CFD1B1}" presName="tx1" presStyleLbl="revTx" presStyleIdx="2" presStyleCnt="5"/>
      <dgm:spPr/>
    </dgm:pt>
    <dgm:pt modelId="{DD758E45-1A9A-4913-88E9-D3672EA6AECE}" type="pres">
      <dgm:prSet presAssocID="{A1838BD7-47EA-4256-9E3B-7443C9CFD1B1}" presName="vert1" presStyleCnt="0"/>
      <dgm:spPr/>
    </dgm:pt>
    <dgm:pt modelId="{46A79D5E-1F28-4E43-874A-E6524343C916}" type="pres">
      <dgm:prSet presAssocID="{4BA582A8-0836-4AF2-80B5-4226DDCD0A5D}" presName="thickLine" presStyleLbl="alignNode1" presStyleIdx="3" presStyleCnt="5"/>
      <dgm:spPr/>
    </dgm:pt>
    <dgm:pt modelId="{B681D655-0963-4FE7-A099-1FAAEDB306A3}" type="pres">
      <dgm:prSet presAssocID="{4BA582A8-0836-4AF2-80B5-4226DDCD0A5D}" presName="horz1" presStyleCnt="0"/>
      <dgm:spPr/>
    </dgm:pt>
    <dgm:pt modelId="{676C358D-DD73-4E80-869A-AD341FA294BC}" type="pres">
      <dgm:prSet presAssocID="{4BA582A8-0836-4AF2-80B5-4226DDCD0A5D}" presName="tx1" presStyleLbl="revTx" presStyleIdx="3" presStyleCnt="5"/>
      <dgm:spPr/>
    </dgm:pt>
    <dgm:pt modelId="{15C2D569-A89C-4C58-9F77-0FC8DCEA1791}" type="pres">
      <dgm:prSet presAssocID="{4BA582A8-0836-4AF2-80B5-4226DDCD0A5D}" presName="vert1" presStyleCnt="0"/>
      <dgm:spPr/>
    </dgm:pt>
    <dgm:pt modelId="{3A97550E-B126-482B-B240-A28F1DCDD317}" type="pres">
      <dgm:prSet presAssocID="{EBAE65DE-9A4F-4279-B9C6-E9A670CC634F}" presName="thickLine" presStyleLbl="alignNode1" presStyleIdx="4" presStyleCnt="5"/>
      <dgm:spPr/>
    </dgm:pt>
    <dgm:pt modelId="{7079A280-B7FD-4DD1-88DE-CB577D7DFB02}" type="pres">
      <dgm:prSet presAssocID="{EBAE65DE-9A4F-4279-B9C6-E9A670CC634F}" presName="horz1" presStyleCnt="0"/>
      <dgm:spPr/>
    </dgm:pt>
    <dgm:pt modelId="{6A1ACBC7-C23D-4146-B2D5-FDE4825CF652}" type="pres">
      <dgm:prSet presAssocID="{EBAE65DE-9A4F-4279-B9C6-E9A670CC634F}" presName="tx1" presStyleLbl="revTx" presStyleIdx="4" presStyleCnt="5"/>
      <dgm:spPr/>
    </dgm:pt>
    <dgm:pt modelId="{EE5E606E-1AC5-4E1F-8CDC-8BAEAB637BBE}" type="pres">
      <dgm:prSet presAssocID="{EBAE65DE-9A4F-4279-B9C6-E9A670CC634F}" presName="vert1" presStyleCnt="0"/>
      <dgm:spPr/>
    </dgm:pt>
  </dgm:ptLst>
  <dgm:cxnLst>
    <dgm:cxn modelId="{F7A3FE0E-64E7-4A8F-80B6-B934943B5E51}" srcId="{AC83281C-1AD4-4F2B-A623-509684E8B2B3}" destId="{EBAE65DE-9A4F-4279-B9C6-E9A670CC634F}" srcOrd="4" destOrd="0" parTransId="{5EDE2447-D053-4BB1-866A-EF1B93AE556D}" sibTransId="{A92AA169-6B3A-4D40-8B5B-1DE2C829A9E8}"/>
    <dgm:cxn modelId="{5044890F-1141-416E-BE1B-CC485200EE1D}" srcId="{AC83281C-1AD4-4F2B-A623-509684E8B2B3}" destId="{948C4D45-6478-4E71-8115-21D94D9F6DE7}" srcOrd="1" destOrd="0" parTransId="{B9E0152F-F835-4639-9FD7-C4A5FE756AA7}" sibTransId="{DE50DB9A-7E24-4309-8034-0E3FE186087D}"/>
    <dgm:cxn modelId="{0C94A122-6076-4149-8416-E70AA6320D8A}" srcId="{AC83281C-1AD4-4F2B-A623-509684E8B2B3}" destId="{A1838BD7-47EA-4256-9E3B-7443C9CFD1B1}" srcOrd="2" destOrd="0" parTransId="{36ED9D2B-45FD-4F0D-A8B3-37EFC3BADF77}" sibTransId="{37A786CC-6943-46E0-9525-6FB432C25612}"/>
    <dgm:cxn modelId="{83A1C32A-531A-4D87-AFA3-6270495C3EB7}" type="presOf" srcId="{4BA582A8-0836-4AF2-80B5-4226DDCD0A5D}" destId="{676C358D-DD73-4E80-869A-AD341FA294BC}" srcOrd="0" destOrd="0" presId="urn:microsoft.com/office/officeart/2008/layout/LinedList"/>
    <dgm:cxn modelId="{7724442C-3481-495F-B36B-DFA26F58907E}" type="presOf" srcId="{EBAE65DE-9A4F-4279-B9C6-E9A670CC634F}" destId="{6A1ACBC7-C23D-4146-B2D5-FDE4825CF652}" srcOrd="0" destOrd="0" presId="urn:microsoft.com/office/officeart/2008/layout/LinedList"/>
    <dgm:cxn modelId="{97F68163-11E7-479A-9034-8ECC75F5B69E}" srcId="{AC83281C-1AD4-4F2B-A623-509684E8B2B3}" destId="{38226F3C-7445-4F58-A8C1-A5D252518146}" srcOrd="0" destOrd="0" parTransId="{6F57035F-CB25-4850-8955-11CB60E9741B}" sibTransId="{6494D66E-4E00-41D4-A953-BF4C6F424230}"/>
    <dgm:cxn modelId="{47643C6F-F7E7-473D-9BAC-111510B7E21F}" type="presOf" srcId="{38226F3C-7445-4F58-A8C1-A5D252518146}" destId="{6A0548C1-A0D9-4F9B-8FD8-42AF8A9497BB}" srcOrd="0" destOrd="0" presId="urn:microsoft.com/office/officeart/2008/layout/LinedList"/>
    <dgm:cxn modelId="{1FE3317C-45BD-4330-B230-FDC791D4B9E7}" type="presOf" srcId="{948C4D45-6478-4E71-8115-21D94D9F6DE7}" destId="{03438D19-31B7-4826-BF8B-5FE375337BA6}" srcOrd="0" destOrd="0" presId="urn:microsoft.com/office/officeart/2008/layout/LinedList"/>
    <dgm:cxn modelId="{837D8298-CC95-4AAC-8351-03529A39CD40}" type="presOf" srcId="{A1838BD7-47EA-4256-9E3B-7443C9CFD1B1}" destId="{F137B540-1E5C-4B58-8C96-8EC272643B71}" srcOrd="0" destOrd="0" presId="urn:microsoft.com/office/officeart/2008/layout/LinedList"/>
    <dgm:cxn modelId="{18B16AB1-DFE9-451B-AC74-0BC3E2C9127A}" type="presOf" srcId="{AC83281C-1AD4-4F2B-A623-509684E8B2B3}" destId="{9FAB0D20-ACDC-470E-91FE-2D70057B90EC}" srcOrd="0" destOrd="0" presId="urn:microsoft.com/office/officeart/2008/layout/LinedList"/>
    <dgm:cxn modelId="{9A73E1FA-CD32-49A1-A748-10424D537DFB}" srcId="{AC83281C-1AD4-4F2B-A623-509684E8B2B3}" destId="{4BA582A8-0836-4AF2-80B5-4226DDCD0A5D}" srcOrd="3" destOrd="0" parTransId="{AC4EBCD2-A87B-4648-969F-E2510BBA8C58}" sibTransId="{3E712E49-BA42-42A5-B370-23CABE8C8C1F}"/>
    <dgm:cxn modelId="{0060A72A-8CAF-4D7D-B8FD-804D5D8F2368}" type="presParOf" srcId="{9FAB0D20-ACDC-470E-91FE-2D70057B90EC}" destId="{79C61ED4-C6AD-411C-80D1-EFC22DFD1527}" srcOrd="0" destOrd="0" presId="urn:microsoft.com/office/officeart/2008/layout/LinedList"/>
    <dgm:cxn modelId="{85B1B8AE-2843-49E3-9023-8605767959D5}" type="presParOf" srcId="{9FAB0D20-ACDC-470E-91FE-2D70057B90EC}" destId="{CA56F9C3-0EB7-4120-B17C-E40AFF7CCF46}" srcOrd="1" destOrd="0" presId="urn:microsoft.com/office/officeart/2008/layout/LinedList"/>
    <dgm:cxn modelId="{747BE395-8744-47D8-92E8-A3845A41E9B0}" type="presParOf" srcId="{CA56F9C3-0EB7-4120-B17C-E40AFF7CCF46}" destId="{6A0548C1-A0D9-4F9B-8FD8-42AF8A9497BB}" srcOrd="0" destOrd="0" presId="urn:microsoft.com/office/officeart/2008/layout/LinedList"/>
    <dgm:cxn modelId="{D9DE56CC-9A60-4E0C-969E-430062A448BD}" type="presParOf" srcId="{CA56F9C3-0EB7-4120-B17C-E40AFF7CCF46}" destId="{B8DF5737-93C2-4C0A-AEDF-66DF7F2041BD}" srcOrd="1" destOrd="0" presId="urn:microsoft.com/office/officeart/2008/layout/LinedList"/>
    <dgm:cxn modelId="{FD3894ED-99B9-485E-A1F1-56B148E1E286}" type="presParOf" srcId="{9FAB0D20-ACDC-470E-91FE-2D70057B90EC}" destId="{D18A8B4B-598F-4F3A-8660-741BCEB7A127}" srcOrd="2" destOrd="0" presId="urn:microsoft.com/office/officeart/2008/layout/LinedList"/>
    <dgm:cxn modelId="{9F5105FC-2B05-41F5-9A5A-D799DCC59760}" type="presParOf" srcId="{9FAB0D20-ACDC-470E-91FE-2D70057B90EC}" destId="{123ED813-94FE-43D9-AA59-2614C5FE2B82}" srcOrd="3" destOrd="0" presId="urn:microsoft.com/office/officeart/2008/layout/LinedList"/>
    <dgm:cxn modelId="{25F0D530-9A3A-43FB-8E51-9079F7C1F370}" type="presParOf" srcId="{123ED813-94FE-43D9-AA59-2614C5FE2B82}" destId="{03438D19-31B7-4826-BF8B-5FE375337BA6}" srcOrd="0" destOrd="0" presId="urn:microsoft.com/office/officeart/2008/layout/LinedList"/>
    <dgm:cxn modelId="{EC648247-E885-4A05-8B23-3287455894F2}" type="presParOf" srcId="{123ED813-94FE-43D9-AA59-2614C5FE2B82}" destId="{DDB9689E-368F-4969-BF9C-11257BD30610}" srcOrd="1" destOrd="0" presId="urn:microsoft.com/office/officeart/2008/layout/LinedList"/>
    <dgm:cxn modelId="{CF3A28ED-9B6F-4CF0-81FD-D1F6E28A16C4}" type="presParOf" srcId="{9FAB0D20-ACDC-470E-91FE-2D70057B90EC}" destId="{71B55F13-9240-4A18-95B3-0937C49F517D}" srcOrd="4" destOrd="0" presId="urn:microsoft.com/office/officeart/2008/layout/LinedList"/>
    <dgm:cxn modelId="{806B0042-7B56-4715-A89F-A7106EBE715A}" type="presParOf" srcId="{9FAB0D20-ACDC-470E-91FE-2D70057B90EC}" destId="{27299D89-614C-4E9C-B8C5-B50727B934A5}" srcOrd="5" destOrd="0" presId="urn:microsoft.com/office/officeart/2008/layout/LinedList"/>
    <dgm:cxn modelId="{86E01898-999D-4134-987F-C374C165E0D4}" type="presParOf" srcId="{27299D89-614C-4E9C-B8C5-B50727B934A5}" destId="{F137B540-1E5C-4B58-8C96-8EC272643B71}" srcOrd="0" destOrd="0" presId="urn:microsoft.com/office/officeart/2008/layout/LinedList"/>
    <dgm:cxn modelId="{E0624830-7064-4CFF-B506-711B8E6A1B5A}" type="presParOf" srcId="{27299D89-614C-4E9C-B8C5-B50727B934A5}" destId="{DD758E45-1A9A-4913-88E9-D3672EA6AECE}" srcOrd="1" destOrd="0" presId="urn:microsoft.com/office/officeart/2008/layout/LinedList"/>
    <dgm:cxn modelId="{C3740CBB-83A7-4D0C-8B53-17EF48E858C9}" type="presParOf" srcId="{9FAB0D20-ACDC-470E-91FE-2D70057B90EC}" destId="{46A79D5E-1F28-4E43-874A-E6524343C916}" srcOrd="6" destOrd="0" presId="urn:microsoft.com/office/officeart/2008/layout/LinedList"/>
    <dgm:cxn modelId="{C6DF8B2D-FD5F-4D80-BCB2-1F963E839AAD}" type="presParOf" srcId="{9FAB0D20-ACDC-470E-91FE-2D70057B90EC}" destId="{B681D655-0963-4FE7-A099-1FAAEDB306A3}" srcOrd="7" destOrd="0" presId="urn:microsoft.com/office/officeart/2008/layout/LinedList"/>
    <dgm:cxn modelId="{928DCA0A-0574-426F-8E67-1EF2BEC4F259}" type="presParOf" srcId="{B681D655-0963-4FE7-A099-1FAAEDB306A3}" destId="{676C358D-DD73-4E80-869A-AD341FA294BC}" srcOrd="0" destOrd="0" presId="urn:microsoft.com/office/officeart/2008/layout/LinedList"/>
    <dgm:cxn modelId="{4C05DEAA-5DAB-44A4-9BFD-AEFB74ECF196}" type="presParOf" srcId="{B681D655-0963-4FE7-A099-1FAAEDB306A3}" destId="{15C2D569-A89C-4C58-9F77-0FC8DCEA1791}" srcOrd="1" destOrd="0" presId="urn:microsoft.com/office/officeart/2008/layout/LinedList"/>
    <dgm:cxn modelId="{A5C52164-0054-47D0-8D1B-C570BF282F3F}" type="presParOf" srcId="{9FAB0D20-ACDC-470E-91FE-2D70057B90EC}" destId="{3A97550E-B126-482B-B240-A28F1DCDD317}" srcOrd="8" destOrd="0" presId="urn:microsoft.com/office/officeart/2008/layout/LinedList"/>
    <dgm:cxn modelId="{FC04D618-025C-44F8-AB62-5977E2DB58DD}" type="presParOf" srcId="{9FAB0D20-ACDC-470E-91FE-2D70057B90EC}" destId="{7079A280-B7FD-4DD1-88DE-CB577D7DFB02}" srcOrd="9" destOrd="0" presId="urn:microsoft.com/office/officeart/2008/layout/LinedList"/>
    <dgm:cxn modelId="{7A134B91-55DA-4DE9-BFB0-5EB4B2C86837}" type="presParOf" srcId="{7079A280-B7FD-4DD1-88DE-CB577D7DFB02}" destId="{6A1ACBC7-C23D-4146-B2D5-FDE4825CF652}" srcOrd="0" destOrd="0" presId="urn:microsoft.com/office/officeart/2008/layout/LinedList"/>
    <dgm:cxn modelId="{7A3963BE-6E8E-4F11-BFC2-7DD7104604FF}" type="presParOf" srcId="{7079A280-B7FD-4DD1-88DE-CB577D7DFB02}" destId="{EE5E606E-1AC5-4E1F-8CDC-8BAEAB637BB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0AE4FA-9678-428A-B4FB-E3D9AA134812}">
      <dsp:nvSpPr>
        <dsp:cNvPr id="0" name=""/>
        <dsp:cNvSpPr/>
      </dsp:nvSpPr>
      <dsp:spPr>
        <a:xfrm>
          <a:off x="930572" y="3032"/>
          <a:ext cx="2833338" cy="170000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Evaluation Metric: Weighted R^2 Score.</a:t>
          </a:r>
        </a:p>
      </dsp:txBody>
      <dsp:txXfrm>
        <a:off x="930572" y="3032"/>
        <a:ext cx="2833338" cy="1700003"/>
      </dsp:txXfrm>
    </dsp:sp>
    <dsp:sp modelId="{24F161B1-49F0-4B5B-9180-E67C6B046B49}">
      <dsp:nvSpPr>
        <dsp:cNvPr id="0" name=""/>
        <dsp:cNvSpPr/>
      </dsp:nvSpPr>
      <dsp:spPr>
        <a:xfrm>
          <a:off x="4047245" y="3032"/>
          <a:ext cx="2833338" cy="170000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Loss Function: Custom WeightedMSELoss to align with competition weights:</a:t>
          </a:r>
        </a:p>
      </dsp:txBody>
      <dsp:txXfrm>
        <a:off x="4047245" y="3032"/>
        <a:ext cx="2833338" cy="1700003"/>
      </dsp:txXfrm>
    </dsp:sp>
    <dsp:sp modelId="{1FED9607-717F-4B39-AD11-E73176C96E50}">
      <dsp:nvSpPr>
        <dsp:cNvPr id="0" name=""/>
        <dsp:cNvSpPr/>
      </dsp:nvSpPr>
      <dsp:spPr>
        <a:xfrm>
          <a:off x="7163917" y="3032"/>
          <a:ext cx="2833338" cy="170000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Dry_Total_g: 0.5</a:t>
          </a:r>
        </a:p>
      </dsp:txBody>
      <dsp:txXfrm>
        <a:off x="7163917" y="3032"/>
        <a:ext cx="2833338" cy="1700003"/>
      </dsp:txXfrm>
    </dsp:sp>
    <dsp:sp modelId="{38F89884-4C79-4B70-8B67-F266EA125C6F}">
      <dsp:nvSpPr>
        <dsp:cNvPr id="0" name=""/>
        <dsp:cNvSpPr/>
      </dsp:nvSpPr>
      <dsp:spPr>
        <a:xfrm>
          <a:off x="930572" y="1986369"/>
          <a:ext cx="2833338" cy="170000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GDM_g: 0.2</a:t>
          </a:r>
        </a:p>
      </dsp:txBody>
      <dsp:txXfrm>
        <a:off x="930572" y="1986369"/>
        <a:ext cx="2833338" cy="1700003"/>
      </dsp:txXfrm>
    </dsp:sp>
    <dsp:sp modelId="{8FA9A1FC-3F19-4213-9A8A-368281061381}">
      <dsp:nvSpPr>
        <dsp:cNvPr id="0" name=""/>
        <dsp:cNvSpPr/>
      </dsp:nvSpPr>
      <dsp:spPr>
        <a:xfrm>
          <a:off x="4047245" y="1986369"/>
          <a:ext cx="2833338" cy="1700003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Others: 0.1 each.</a:t>
          </a:r>
        </a:p>
      </dsp:txBody>
      <dsp:txXfrm>
        <a:off x="4047245" y="1986369"/>
        <a:ext cx="2833338" cy="1700003"/>
      </dsp:txXfrm>
    </dsp:sp>
    <dsp:sp modelId="{39E88611-CD5C-4B9D-9515-C0C4D26BD703}">
      <dsp:nvSpPr>
        <dsp:cNvPr id="0" name=""/>
        <dsp:cNvSpPr/>
      </dsp:nvSpPr>
      <dsp:spPr>
        <a:xfrm>
          <a:off x="7163917" y="1986369"/>
          <a:ext cx="2833338" cy="170000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Pipeline: Custom BiomassDataset class for real-time RGB conversion and target scaling</a:t>
          </a:r>
        </a:p>
      </dsp:txBody>
      <dsp:txXfrm>
        <a:off x="7163917" y="1986369"/>
        <a:ext cx="2833338" cy="17000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9B12DD-8E2B-455F-8C03-E1BFA1FF709F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D7F64E-D3A3-40A3-B7EB-CFD067087FE7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Block Depth: 3 blocks identified as the "sweet spot" for depth vs. overfitting.</a:t>
          </a:r>
        </a:p>
      </dsp:txBody>
      <dsp:txXfrm>
        <a:off x="299702" y="1282093"/>
        <a:ext cx="2200851" cy="1366505"/>
      </dsp:txXfrm>
    </dsp:sp>
    <dsp:sp modelId="{31596311-F68D-4566-BB38-2208D597CAF0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C1D938-9679-46E2-9A53-80DA14304625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Kernel Sizes: 3x3 kernels outperformed 5x5 and 7x7 (Peak R^2: 0.238 in isolation).</a:t>
          </a:r>
        </a:p>
      </dsp:txBody>
      <dsp:txXfrm>
        <a:off x="3093555" y="1282093"/>
        <a:ext cx="2200851" cy="1366505"/>
      </dsp:txXfrm>
    </dsp:sp>
    <dsp:sp modelId="{FE500D95-6185-41C8-B429-594BBF758DAF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066F8F-96F7-47A5-A3B6-F71022EFA9BB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Regularization: High Dropout (0.6) was essential for stability.</a:t>
          </a:r>
        </a:p>
      </dsp:txBody>
      <dsp:txXfrm>
        <a:off x="5887408" y="1282093"/>
        <a:ext cx="2200851" cy="1366505"/>
      </dsp:txXfrm>
    </dsp:sp>
    <dsp:sp modelId="{DD2E13E1-240A-40F4-BC19-C9D4BD6AE3D3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6E5B9F-85B9-41BB-8D9C-5878E57147BC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Augmentation: "Medium" strategy (flips, 10° rotation, color jitter) was the top performer.</a:t>
          </a:r>
        </a:p>
      </dsp:txBody>
      <dsp:txXfrm>
        <a:off x="8681261" y="1282093"/>
        <a:ext cx="2200851" cy="13665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2738BE-97AF-43EC-9F50-93EB0A754C88}">
      <dsp:nvSpPr>
        <dsp:cNvPr id="0" name=""/>
        <dsp:cNvSpPr/>
      </dsp:nvSpPr>
      <dsp:spPr>
        <a:xfrm>
          <a:off x="0" y="2319"/>
          <a:ext cx="6245265" cy="117572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BE03F75-1BA6-4F64-B1A5-FBC57859FD9A}">
      <dsp:nvSpPr>
        <dsp:cNvPr id="0" name=""/>
        <dsp:cNvSpPr/>
      </dsp:nvSpPr>
      <dsp:spPr>
        <a:xfrm>
          <a:off x="355657" y="266858"/>
          <a:ext cx="646650" cy="6466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515ECE-828A-4BB1-A200-EBC67350E965}">
      <dsp:nvSpPr>
        <dsp:cNvPr id="0" name=""/>
        <dsp:cNvSpPr/>
      </dsp:nvSpPr>
      <dsp:spPr>
        <a:xfrm>
          <a:off x="1357965" y="231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Transition: Shifted from training backbones to utilizing DINOv2 (self-supervised ViT).</a:t>
          </a:r>
        </a:p>
      </dsp:txBody>
      <dsp:txXfrm>
        <a:off x="1357965" y="2319"/>
        <a:ext cx="4887299" cy="1175727"/>
      </dsp:txXfrm>
    </dsp:sp>
    <dsp:sp modelId="{F660D754-2B60-4AED-889C-E9A88D706C68}">
      <dsp:nvSpPr>
        <dsp:cNvPr id="0" name=""/>
        <dsp:cNvSpPr/>
      </dsp:nvSpPr>
      <dsp:spPr>
        <a:xfrm>
          <a:off x="0" y="1471979"/>
          <a:ext cx="6245265" cy="117572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815BFE2-FA6F-4901-B63F-061A8F4DD0B0}">
      <dsp:nvSpPr>
        <dsp:cNvPr id="0" name=""/>
        <dsp:cNvSpPr/>
      </dsp:nvSpPr>
      <dsp:spPr>
        <a:xfrm>
          <a:off x="355657" y="1736518"/>
          <a:ext cx="646650" cy="6466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0A1DC3-B292-4F12-A077-B7170BC8490F}">
      <dsp:nvSpPr>
        <dsp:cNvPr id="0" name=""/>
        <dsp:cNvSpPr/>
      </dsp:nvSpPr>
      <dsp:spPr>
        <a:xfrm>
          <a:off x="1357965" y="147197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Extracted high-resolution patch-based embeddings.</a:t>
          </a:r>
        </a:p>
      </dsp:txBody>
      <dsp:txXfrm>
        <a:off x="1357965" y="1471979"/>
        <a:ext cx="4887299" cy="1175727"/>
      </dsp:txXfrm>
    </dsp:sp>
    <dsp:sp modelId="{4A6B52CB-403B-4CC3-9882-54585227D55F}">
      <dsp:nvSpPr>
        <dsp:cNvPr id="0" name=""/>
        <dsp:cNvSpPr/>
      </dsp:nvSpPr>
      <dsp:spPr>
        <a:xfrm>
          <a:off x="0" y="2941639"/>
          <a:ext cx="6245265" cy="1175727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C3EEEFA-C1CA-49B4-AAF8-293AF633D55E}">
      <dsp:nvSpPr>
        <dsp:cNvPr id="0" name=""/>
        <dsp:cNvSpPr/>
      </dsp:nvSpPr>
      <dsp:spPr>
        <a:xfrm>
          <a:off x="355657" y="3206178"/>
          <a:ext cx="646650" cy="64665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D257CA-604B-4626-AF1C-58E9DC136F26}">
      <dsp:nvSpPr>
        <dsp:cNvPr id="0" name=""/>
        <dsp:cNvSpPr/>
      </dsp:nvSpPr>
      <dsp:spPr>
        <a:xfrm>
          <a:off x="1357965" y="294163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Averaged patches to form a dense, global image descriptor.</a:t>
          </a:r>
        </a:p>
      </dsp:txBody>
      <dsp:txXfrm>
        <a:off x="1357965" y="2941639"/>
        <a:ext cx="4887299" cy="1175727"/>
      </dsp:txXfrm>
    </dsp:sp>
    <dsp:sp modelId="{58209C57-635C-4411-9451-8D4CF51974F0}">
      <dsp:nvSpPr>
        <dsp:cNvPr id="0" name=""/>
        <dsp:cNvSpPr/>
      </dsp:nvSpPr>
      <dsp:spPr>
        <a:xfrm>
          <a:off x="0" y="4411299"/>
          <a:ext cx="6245265" cy="1175727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163C7D-9282-4793-8186-5504B463BE83}">
      <dsp:nvSpPr>
        <dsp:cNvPr id="0" name=""/>
        <dsp:cNvSpPr/>
      </dsp:nvSpPr>
      <dsp:spPr>
        <a:xfrm>
          <a:off x="355657" y="4675838"/>
          <a:ext cx="646650" cy="64665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50FD0E-3DC6-45E0-92A4-30280280C77E}">
      <dsp:nvSpPr>
        <dsp:cNvPr id="0" name=""/>
        <dsp:cNvSpPr/>
      </dsp:nvSpPr>
      <dsp:spPr>
        <a:xfrm>
          <a:off x="1357965" y="4411299"/>
          <a:ext cx="4887299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Regressor Head: Fed embeddings into GBDT models (LightGBM, XGBoost, CatBoost).</a:t>
          </a:r>
        </a:p>
      </dsp:txBody>
      <dsp:txXfrm>
        <a:off x="1357965" y="4411299"/>
        <a:ext cx="4887299" cy="117572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BF8D559-D627-4590-9F52-6E7687E1E224}">
      <dsp:nvSpPr>
        <dsp:cNvPr id="0" name=""/>
        <dsp:cNvSpPr/>
      </dsp:nvSpPr>
      <dsp:spPr>
        <a:xfrm>
          <a:off x="0" y="36390"/>
          <a:ext cx="6900512" cy="17596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Test Pipeline: Resizing to 224x224, normalization, and inverse target scaling.</a:t>
          </a:r>
        </a:p>
      </dsp:txBody>
      <dsp:txXfrm>
        <a:off x="85900" y="122290"/>
        <a:ext cx="6728712" cy="1587880"/>
      </dsp:txXfrm>
    </dsp:sp>
    <dsp:sp modelId="{8ECB8562-E2ED-4947-A7D0-D6FA0DDA3471}">
      <dsp:nvSpPr>
        <dsp:cNvPr id="0" name=""/>
        <dsp:cNvSpPr/>
      </dsp:nvSpPr>
      <dsp:spPr>
        <a:xfrm>
          <a:off x="0" y="1888230"/>
          <a:ext cx="6900512" cy="1759680"/>
        </a:xfrm>
        <a:prstGeom prst="roundRect">
          <a:avLst/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Physical Validity: Predicted values clamped to zero to prevent negative biomass results.</a:t>
          </a:r>
        </a:p>
      </dsp:txBody>
      <dsp:txXfrm>
        <a:off x="85900" y="1974130"/>
        <a:ext cx="6728712" cy="1587880"/>
      </dsp:txXfrm>
    </dsp:sp>
    <dsp:sp modelId="{4DD0BF78-1A50-489F-95CE-240879DA65B6}">
      <dsp:nvSpPr>
        <dsp:cNvPr id="0" name=""/>
        <dsp:cNvSpPr/>
      </dsp:nvSpPr>
      <dsp:spPr>
        <a:xfrm>
          <a:off x="0" y="3740070"/>
          <a:ext cx="6900512" cy="1759680"/>
        </a:xfrm>
        <a:prstGeom prst="round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Output: Formatting of submission.csv using the ImageID__TargetName convention.</a:t>
          </a:r>
        </a:p>
      </dsp:txBody>
      <dsp:txXfrm>
        <a:off x="85900" y="3825970"/>
        <a:ext cx="6728712" cy="158788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C61ED4-C6AD-411C-80D1-EFC22DFD1527}">
      <dsp:nvSpPr>
        <dsp:cNvPr id="0" name=""/>
        <dsp:cNvSpPr/>
      </dsp:nvSpPr>
      <dsp:spPr>
        <a:xfrm>
          <a:off x="0" y="675"/>
          <a:ext cx="6900512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0548C1-A0D9-4F9B-8FD8-42AF8A9497BB}">
      <dsp:nvSpPr>
        <dsp:cNvPr id="0" name=""/>
        <dsp:cNvSpPr/>
      </dsp:nvSpPr>
      <dsp:spPr>
        <a:xfrm>
          <a:off x="0" y="675"/>
          <a:ext cx="6900512" cy="1106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Key Achievement: Successfully transitioned from a 0.32 R^2 CNN baseline to a 0.63 R^2 state-of-the-art DINOv2 + CatBoost pipeline.</a:t>
          </a:r>
        </a:p>
      </dsp:txBody>
      <dsp:txXfrm>
        <a:off x="0" y="675"/>
        <a:ext cx="6900512" cy="1106957"/>
      </dsp:txXfrm>
    </dsp:sp>
    <dsp:sp modelId="{D18A8B4B-598F-4F3A-8660-741BCEB7A127}">
      <dsp:nvSpPr>
        <dsp:cNvPr id="0" name=""/>
        <dsp:cNvSpPr/>
      </dsp:nvSpPr>
      <dsp:spPr>
        <a:xfrm>
          <a:off x="0" y="1107633"/>
          <a:ext cx="6900512" cy="0"/>
        </a:xfrm>
        <a:prstGeom prst="line">
          <a:avLst/>
        </a:prstGeom>
        <a:solidFill>
          <a:schemeClr val="accent2">
            <a:hueOff val="1610903"/>
            <a:satOff val="-4623"/>
            <a:lumOff val="-7402"/>
            <a:alphaOff val="0"/>
          </a:schemeClr>
        </a:solidFill>
        <a:ln w="19050" cap="flat" cmpd="sng" algn="ctr">
          <a:solidFill>
            <a:schemeClr val="accent2">
              <a:hueOff val="1610903"/>
              <a:satOff val="-4623"/>
              <a:lumOff val="-740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438D19-31B7-4826-BF8B-5FE375337BA6}">
      <dsp:nvSpPr>
        <dsp:cNvPr id="0" name=""/>
        <dsp:cNvSpPr/>
      </dsp:nvSpPr>
      <dsp:spPr>
        <a:xfrm>
          <a:off x="0" y="1107633"/>
          <a:ext cx="6900512" cy="1106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Primary Takeaway: Foundation models (DINOv2) provide significantly more robust spatial features for biomass estimation than small-scale CNNs trained from scratch.</a:t>
          </a:r>
        </a:p>
      </dsp:txBody>
      <dsp:txXfrm>
        <a:off x="0" y="1107633"/>
        <a:ext cx="6900512" cy="1106957"/>
      </dsp:txXfrm>
    </dsp:sp>
    <dsp:sp modelId="{71B55F13-9240-4A18-95B3-0937C49F517D}">
      <dsp:nvSpPr>
        <dsp:cNvPr id="0" name=""/>
        <dsp:cNvSpPr/>
      </dsp:nvSpPr>
      <dsp:spPr>
        <a:xfrm>
          <a:off x="0" y="2214591"/>
          <a:ext cx="6900512" cy="0"/>
        </a:xfrm>
        <a:prstGeom prst="line">
          <a:avLst/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37B540-1E5C-4B58-8C96-8EC272643B71}">
      <dsp:nvSpPr>
        <dsp:cNvPr id="0" name=""/>
        <dsp:cNvSpPr/>
      </dsp:nvSpPr>
      <dsp:spPr>
        <a:xfrm>
          <a:off x="0" y="2214591"/>
          <a:ext cx="6900512" cy="1106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Architecture Impact: High dropout (0.6) and medium augmentation were critical factors in stabilizing model performance across all experiments.</a:t>
          </a:r>
        </a:p>
      </dsp:txBody>
      <dsp:txXfrm>
        <a:off x="0" y="2214591"/>
        <a:ext cx="6900512" cy="1106957"/>
      </dsp:txXfrm>
    </dsp:sp>
    <dsp:sp modelId="{46A79D5E-1F28-4E43-874A-E6524343C916}">
      <dsp:nvSpPr>
        <dsp:cNvPr id="0" name=""/>
        <dsp:cNvSpPr/>
      </dsp:nvSpPr>
      <dsp:spPr>
        <a:xfrm>
          <a:off x="0" y="3321549"/>
          <a:ext cx="6900512" cy="0"/>
        </a:xfrm>
        <a:prstGeom prst="line">
          <a:avLst/>
        </a:prstGeom>
        <a:solidFill>
          <a:schemeClr val="accent2">
            <a:hueOff val="4832710"/>
            <a:satOff val="-13870"/>
            <a:lumOff val="-22207"/>
            <a:alphaOff val="0"/>
          </a:schemeClr>
        </a:solidFill>
        <a:ln w="19050" cap="flat" cmpd="sng" algn="ctr">
          <a:solidFill>
            <a:schemeClr val="accent2">
              <a:hueOff val="4832710"/>
              <a:satOff val="-13870"/>
              <a:lumOff val="-2220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6C358D-DD73-4E80-869A-AD341FA294BC}">
      <dsp:nvSpPr>
        <dsp:cNvPr id="0" name=""/>
        <dsp:cNvSpPr/>
      </dsp:nvSpPr>
      <dsp:spPr>
        <a:xfrm>
          <a:off x="0" y="3321549"/>
          <a:ext cx="6900512" cy="1106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Winning Strategy: The combination of patch-based embedding averaging and CatBoost regression delivered the most reliable predictions for the CSIRO competition targets.</a:t>
          </a:r>
        </a:p>
      </dsp:txBody>
      <dsp:txXfrm>
        <a:off x="0" y="3321549"/>
        <a:ext cx="6900512" cy="1106957"/>
      </dsp:txXfrm>
    </dsp:sp>
    <dsp:sp modelId="{3A97550E-B126-482B-B240-A28F1DCDD317}">
      <dsp:nvSpPr>
        <dsp:cNvPr id="0" name=""/>
        <dsp:cNvSpPr/>
      </dsp:nvSpPr>
      <dsp:spPr>
        <a:xfrm>
          <a:off x="0" y="4428507"/>
          <a:ext cx="6900512" cy="0"/>
        </a:xfrm>
        <a:prstGeom prst="lin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1ACBC7-C23D-4146-B2D5-FDE4825CF652}">
      <dsp:nvSpPr>
        <dsp:cNvPr id="0" name=""/>
        <dsp:cNvSpPr/>
      </dsp:nvSpPr>
      <dsp:spPr>
        <a:xfrm>
          <a:off x="0" y="4428507"/>
          <a:ext cx="6900512" cy="1106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Future Directions: Potential for further gains through ensemble methods (stacking CatBoost and LightGBM) or fine-tuning the DINOv2 backbone on agricultural-specific imagery.</a:t>
          </a:r>
        </a:p>
      </dsp:txBody>
      <dsp:txXfrm>
        <a:off x="0" y="4428507"/>
        <a:ext cx="6900512" cy="11069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BAB02-5302-FBE6-1F0E-A34D5579A7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34B4E5-6FB9-1333-F019-35B03A3A45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0AAA10-FF29-A6BD-8402-10ADBA5BA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BD4C3-632D-4A75-8780-4F6235A51F1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0674D1-A252-75B1-F6FA-78853DBFF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203CC4-809D-446E-13A0-E1F955FB3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5003D-B227-49EC-9D67-46819BE134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2911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FD483-C2FF-E1C1-F5BA-3BEF9E3D3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1F65D-A51D-FCDC-7916-5D04D11371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88ADFC-878B-F047-D179-360EC7583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BD4C3-632D-4A75-8780-4F6235A51F1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E3C50-F4A0-A165-1F4E-C8147E19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97A051-C18A-70E7-2442-847AA86A1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5003D-B227-49EC-9D67-46819BE134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096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EC05B-E5D5-E811-7890-FCA5D359D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2FE7F4-931B-54CD-32D4-542115724F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EB8F1D-1724-1D2A-228D-5F96A9C82B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BD4C3-632D-4A75-8780-4F6235A51F1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FD1405-F725-5B8F-6F50-11424E5BC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D77A1F-C477-7506-AEAA-A877CC176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5003D-B227-49EC-9D67-46819BE134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8817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6924C-AFC0-C632-FEEF-92231A43D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56196-3EAA-1FE9-F07B-061206F740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E609F1-F968-D221-FDEA-71C91C7D26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79D85-F117-E609-923B-097BF85B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BD4C3-632D-4A75-8780-4F6235A51F1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3DB549-6689-B85F-D1EF-49F57F375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CDF9BC-3359-E555-55B5-11ABE80A7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5003D-B227-49EC-9D67-46819BE134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030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38AE9-7684-5F45-8027-32BBC3590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371B64-5F38-2C5A-E67B-45215DA5B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1CD3C0-C389-DE28-D504-49A172A3F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584436-FB71-1EAD-A285-79794BCEF4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141DA3-B750-8932-51F0-082032C349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24B670-8D0F-00E1-446B-5F4496B33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BD4C3-632D-4A75-8780-4F6235A51F1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C10181-AA8E-B715-EC58-25580B7EA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F2875A-F0FA-11F1-54C3-BAB5555A0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5003D-B227-49EC-9D67-46819BE134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033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98F1D-E8E6-0F8B-89F3-9CF637EF9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069718-D3C5-9F25-AF9A-424265AA3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BD4C3-632D-4A75-8780-4F6235A51F1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726C56-ACDA-0F09-573D-6308300FB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EAD230-148D-0E7D-739A-260490CB3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5003D-B227-49EC-9D67-46819BE134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841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091E59-DEAB-A146-DE66-A4B8A7E2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BD4C3-632D-4A75-8780-4F6235A51F1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E44283-E69E-101E-27DE-5C8370ABA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F3C47-2016-9345-780C-8769464D8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5003D-B227-49EC-9D67-46819BE134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7141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7F0E1-7806-E598-0622-8D8B012DC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D458B-F391-71E1-ADDD-5F840D2314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5F1B68-25F4-F13D-5A91-10ECD7635B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B68A71-0D51-0082-949E-69EB977D1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BD4C3-632D-4A75-8780-4F6235A51F1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F8073E-8839-C308-38CE-4D3C5D2FA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BCB027-AEFF-36E6-AD6B-232D89F17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5003D-B227-49EC-9D67-46819BE134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3568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AB0F7-C15F-4960-C0D4-A50D7EA5B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AC23F1-ADFA-BC02-155B-80EB818671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BF4531-1489-0753-A19B-F77ADF5535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54DBCD-EDE5-CF39-9790-B23C8190D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BD4C3-632D-4A75-8780-4F6235A51F1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2FB6F5-45C5-F5B6-97BA-B94F5B6F6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740E2-B21F-EE39-E7A1-C2C723514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5003D-B227-49EC-9D67-46819BE134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452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555FE-E51D-F009-0459-635AD8901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35CA3B-512C-1A73-E73B-CC9F049A97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B1A07-DAF7-98FA-5236-402EA33A4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BD4C3-632D-4A75-8780-4F6235A51F1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F39C94-422F-6558-DB3A-BF2CDFB1A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24D499-2559-9D98-DDCA-AA8ECF465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5003D-B227-49EC-9D67-46819BE134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45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D3B9E3-A86C-0813-8FE2-4F7459F2C7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CEE4FC-2D64-8258-CC35-0B4A0343E2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2E2B3-249A-DA95-3E18-86B1C93EA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BD4C3-632D-4A75-8780-4F6235A51F1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F41A48-71AC-ABE3-6DFF-34D9FCDE7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F20DAD-3FF8-31C3-370E-7438E59C9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5003D-B227-49EC-9D67-46819BE134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211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375F4E-B1E1-26F2-52DB-C422D07F7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56250E-4472-AF20-95C9-139C16C794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F4D16C-4C8A-111A-8DB7-FCEA643952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0BD4C3-632D-4A75-8780-4F6235A51F16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B3D9B-3824-20D5-8592-CFFEEFB9C9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E865C5-1C2D-4431-3376-48D8925B66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05003D-B227-49EC-9D67-46819BE134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651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A5FD3D-1849-18BF-F400-2F8F798DD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3400" dirty="0">
                <a:solidFill>
                  <a:srgbClr val="FFFFFF"/>
                </a:solidFill>
              </a:rPr>
              <a:t>CSIRO Image2Biomass Prediction: From CNN Baselines to Foundation Models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31E70-AACC-729D-7F4D-90D1279A5E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2000" b="1"/>
              <a:t>Objective:</a:t>
            </a:r>
            <a:r>
              <a:rPr lang="en-US" sz="2000"/>
              <a:t> Accurate estimation of five biomass targets from pasture imagery.</a:t>
            </a:r>
            <a:r>
              <a:rPr lang="en-US" sz="2000" b="1"/>
              <a:t>Key Achievement:</a:t>
            </a:r>
            <a:r>
              <a:rPr lang="en-US" sz="2000"/>
              <a:t> Improved R^2 from 0.32 (CNN) to 0.63 (DINOv2 + GBDT).</a:t>
            </a:r>
          </a:p>
        </p:txBody>
      </p:sp>
    </p:spTree>
    <p:extLst>
      <p:ext uri="{BB962C8B-B14F-4D97-AF65-F5344CB8AC3E}">
        <p14:creationId xmlns:p14="http://schemas.microsoft.com/office/powerpoint/2010/main" val="2292957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CFFA29-F1A4-8FFB-042B-309997FDB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 b="1"/>
              <a:t>Data Preparation &amp;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EEB8A-5944-CA75-2538-3E1CE7F670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US" sz="2000"/>
              <a:t>Target Variables: Multi-target regression for Dry_Green_g, Dry_Dead_g, Dry_Clover_g, GDM_g, and Dry_Total_g.</a:t>
            </a:r>
          </a:p>
          <a:p>
            <a:r>
              <a:rPr lang="en-US" sz="2000"/>
              <a:t>Transformation: Long-to-wide format pivoting for image-path association.</a:t>
            </a:r>
          </a:p>
          <a:p>
            <a:r>
              <a:rPr lang="en-US" sz="2000"/>
              <a:t>Scaling: Standard scaling applied to targets for uniform loss contribution.</a:t>
            </a:r>
          </a:p>
          <a:p>
            <a:r>
              <a:rPr lang="en-US" sz="2000"/>
              <a:t>Reproducibility: Global seed (42) for deterministic experimental outcomes.</a:t>
            </a:r>
          </a:p>
        </p:txBody>
      </p:sp>
      <p:pic>
        <p:nvPicPr>
          <p:cNvPr id="12" name="Picture 11" descr="Target with various rings of accuracy">
            <a:extLst>
              <a:ext uri="{FF2B5EF4-FFF2-40B4-BE49-F238E27FC236}">
                <a16:creationId xmlns:a16="http://schemas.microsoft.com/office/drawing/2014/main" id="{0405D2BF-82E7-B48B-4378-3E698EE717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601" r="-2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317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D2DDE0-443B-7E5D-A20E-7F28217A4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 b="1">
                <a:solidFill>
                  <a:srgbClr val="FFFFFF"/>
                </a:solidFill>
              </a:rPr>
              <a:t>Core Methodology</a:t>
            </a:r>
            <a:endParaRPr lang="en-US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562520C-444B-651B-4E09-86CCD97D7A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52292450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636932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70A4BC-2A86-345F-4765-36B1446CA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 b="1">
                <a:solidFill>
                  <a:srgbClr val="FFFFFF"/>
                </a:solidFill>
              </a:rPr>
              <a:t>Systematic CNN Experiments (Ablation Studies)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3507769-0993-8356-713B-A0A8BC35355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0283748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995079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F22D37-D874-1275-4964-210E56D21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b="1">
                <a:solidFill>
                  <a:srgbClr val="FFFFFF"/>
                </a:solidFill>
              </a:rPr>
              <a:t>The Optimized CNN Architecture</a:t>
            </a:r>
            <a:endParaRPr lang="en-US" sz="40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6714D-4DA1-F11F-011B-E74683677A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sz="1600"/>
              <a:t>Three Sequential Blocks: Each block contains a 3x3 Convolutional layer for feature detection.</a:t>
            </a:r>
          </a:p>
          <a:p>
            <a:r>
              <a:rPr lang="en-US" sz="1600"/>
              <a:t>Normalization &amp; Activation: Batch Normalization and ReLU layers are included in every block to stabilize training.</a:t>
            </a:r>
          </a:p>
          <a:p>
            <a:r>
              <a:rPr lang="en-US" sz="1600"/>
              <a:t>Spatial Reduction: Max Pooling layers reduce the dimensions of the feature maps.</a:t>
            </a:r>
          </a:p>
          <a:p>
            <a:r>
              <a:rPr lang="en-US" sz="1600"/>
              <a:t>Heavy Regularization: A 0.6 Dropout rate is applied at each block to prevent overfitting on the small dataset.</a:t>
            </a:r>
          </a:p>
          <a:p>
            <a:r>
              <a:rPr lang="en-US" sz="1600"/>
              <a:t>Global Pooling: Adaptive Average Pooling collapses all feature maps into a single vector.</a:t>
            </a:r>
          </a:p>
          <a:p>
            <a:r>
              <a:rPr lang="en-US" sz="1600"/>
              <a:t>Regression Layer: A final Linear layer maps the features directly to the five biomass targets.</a:t>
            </a:r>
          </a:p>
          <a:p>
            <a:r>
              <a:rPr lang="en-US" sz="1600"/>
              <a:t>Dynamic Checkpointing: Model weights are saved only when a new peak in Validation R^2 is reached.</a:t>
            </a:r>
          </a:p>
          <a:p>
            <a:r>
              <a:rPr lang="en-US" sz="1600"/>
              <a:t>Weight Optimization: This ensures the final submission uses the version of the model that generalized best to unseen data.</a:t>
            </a:r>
          </a:p>
        </p:txBody>
      </p:sp>
    </p:spTree>
    <p:extLst>
      <p:ext uri="{BB962C8B-B14F-4D97-AF65-F5344CB8AC3E}">
        <p14:creationId xmlns:p14="http://schemas.microsoft.com/office/powerpoint/2010/main" val="4079846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ACEC40-32F8-FBEC-A51F-E64BB5D41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394" y="1070800"/>
            <a:ext cx="3939688" cy="5583126"/>
          </a:xfrm>
        </p:spPr>
        <p:txBody>
          <a:bodyPr>
            <a:normAutofit/>
          </a:bodyPr>
          <a:lstStyle/>
          <a:p>
            <a:pPr algn="r"/>
            <a:r>
              <a:rPr lang="en-US" sz="6200" b="1"/>
              <a:t>Advanced Feature Extraction: DINOv2</a:t>
            </a:r>
            <a:endParaRPr lang="en-US" sz="620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8053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79ADFED3-DD1E-8F50-95BA-0E977DF298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29889573"/>
              </p:ext>
            </p:extLst>
          </p:nvPr>
        </p:nvGraphicFramePr>
        <p:xfrm>
          <a:off x="5108535" y="1070800"/>
          <a:ext cx="6245265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9385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5" name="Rectangle 64">
            <a:extLst>
              <a:ext uri="{FF2B5EF4-FFF2-40B4-BE49-F238E27FC236}">
                <a16:creationId xmlns:a16="http://schemas.microsoft.com/office/drawing/2014/main" id="{0D7B6173-1D58-48E2-83CF-37350F315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2EBFA83-D4DB-4CA0-B229-9E44634D7F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B0DAC8FB-A162-44E3-A606-C855A03A5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62380"/>
          </a:xfrm>
          <a:prstGeom prst="rect">
            <a:avLst/>
          </a:prstGeom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21BDEC81-16A7-4451-B893-C15000083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26A515A1-4D80-430E-BE0A-71A290516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542" y="729175"/>
            <a:ext cx="11099352" cy="5399650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01ECD9-0237-A418-3DB6-5077B5A6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7016" y="905011"/>
            <a:ext cx="4589328" cy="1889135"/>
          </a:xfrm>
        </p:spPr>
        <p:txBody>
          <a:bodyPr anchor="b">
            <a:normAutofit/>
          </a:bodyPr>
          <a:lstStyle/>
          <a:p>
            <a:r>
              <a:rPr lang="en-US" sz="4800" b="1"/>
              <a:t>Results &amp; Benchmarking</a:t>
            </a:r>
            <a:endParaRPr lang="en-US" sz="48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125A2-C66D-6BFA-1EB4-DAD9E3649A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7016" y="2965592"/>
            <a:ext cx="4589328" cy="2987397"/>
          </a:xfrm>
        </p:spPr>
        <p:txBody>
          <a:bodyPr>
            <a:normAutofit/>
          </a:bodyPr>
          <a:lstStyle/>
          <a:p>
            <a:r>
              <a:rPr lang="en-US" sz="1300"/>
              <a:t>Moving from custom CNN architectures to DINOv2 feature extraction nearly doubled the predictive accuracy.</a:t>
            </a:r>
          </a:p>
          <a:p>
            <a:r>
              <a:rPr lang="en-US" sz="1300"/>
              <a:t>Refinement of the custom CNN (blocks, dropout, and kernels) improved the R^2 from 0.2515 to 0.3201.</a:t>
            </a:r>
          </a:p>
          <a:p>
            <a:r>
              <a:rPr lang="en-US" sz="1300"/>
              <a:t>DINOv2 embeddings provided a much stronger baseline, with even the weakest GBDT (XGBoost) significantly outperforming the best CNN.</a:t>
            </a:r>
          </a:p>
          <a:p>
            <a:r>
              <a:rPr lang="en-US" sz="1300"/>
              <a:t>CatBoost emerged as the top-performing regressor with an R^2 of 0.6289, followed closely by LightGBM.</a:t>
            </a:r>
          </a:p>
          <a:p>
            <a:r>
              <a:rPr lang="en-US" sz="1300"/>
              <a:t>CatBoost was chosen for the final pipeline due to its superior handling of the high-dimensional DINOv2 embeddings and best overall validation stability.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7F60CEB-079B-C09C-D832-C5B8CC65E3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673689"/>
              </p:ext>
            </p:extLst>
          </p:nvPr>
        </p:nvGraphicFramePr>
        <p:xfrm>
          <a:off x="720807" y="1037960"/>
          <a:ext cx="5468348" cy="47733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11882">
                  <a:extLst>
                    <a:ext uri="{9D8B030D-6E8A-4147-A177-3AD203B41FA5}">
                      <a16:colId xmlns:a16="http://schemas.microsoft.com/office/drawing/2014/main" val="1925661391"/>
                    </a:ext>
                  </a:extLst>
                </a:gridCol>
                <a:gridCol w="3056466">
                  <a:extLst>
                    <a:ext uri="{9D8B030D-6E8A-4147-A177-3AD203B41FA5}">
                      <a16:colId xmlns:a16="http://schemas.microsoft.com/office/drawing/2014/main" val="3535906396"/>
                    </a:ext>
                  </a:extLst>
                </a:gridCol>
              </a:tblGrid>
              <a:tr h="457426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600" u="none" strike="noStrike">
                          <a:effectLst/>
                        </a:rPr>
                        <a:t>Summary Comparison Table</a:t>
                      </a:r>
                      <a:endParaRPr lang="en-US" sz="26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449" marR="17449" marT="17449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3153396"/>
                  </a:ext>
                </a:extLst>
              </a:tr>
              <a:tr h="85026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600" u="none" strike="noStrike">
                          <a:effectLst/>
                        </a:rPr>
                        <a:t>Model Stage</a:t>
                      </a:r>
                      <a:endParaRPr lang="en-US" sz="26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449" marR="17449" marT="174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600" u="none" strike="noStrike">
                          <a:effectLst/>
                        </a:rPr>
                        <a:t>Best/Avg Validation Weighted R2</a:t>
                      </a:r>
                      <a:endParaRPr lang="en-US" sz="26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449" marR="17449" marT="17449" marB="0" anchor="b"/>
                </a:tc>
                <a:extLst>
                  <a:ext uri="{0D108BD9-81ED-4DB2-BD59-A6C34878D82A}">
                    <a16:rowId xmlns:a16="http://schemas.microsoft.com/office/drawing/2014/main" val="2364697465"/>
                  </a:ext>
                </a:extLst>
              </a:tr>
              <a:tr h="45742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600" u="none" strike="noStrike">
                          <a:effectLst/>
                        </a:rPr>
                        <a:t>Baseline CNN</a:t>
                      </a:r>
                      <a:endParaRPr lang="en-US" sz="2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449" marR="17449" marT="174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600" u="none" strike="noStrike">
                          <a:effectLst/>
                        </a:rPr>
                        <a:t>0.2515</a:t>
                      </a:r>
                      <a:endParaRPr lang="en-US" sz="2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449" marR="17449" marT="17449" marB="0" anchor="b"/>
                </a:tc>
                <a:extLst>
                  <a:ext uri="{0D108BD9-81ED-4DB2-BD59-A6C34878D82A}">
                    <a16:rowId xmlns:a16="http://schemas.microsoft.com/office/drawing/2014/main" val="1638623292"/>
                  </a:ext>
                </a:extLst>
              </a:tr>
              <a:tr h="45742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600" u="none" strike="noStrike">
                          <a:effectLst/>
                        </a:rPr>
                        <a:t>Optimized CNN</a:t>
                      </a:r>
                      <a:endParaRPr lang="en-US" sz="2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449" marR="17449" marT="174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600" u="none" strike="noStrike">
                          <a:effectLst/>
                        </a:rPr>
                        <a:t>0.3201</a:t>
                      </a:r>
                      <a:endParaRPr lang="en-US" sz="2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449" marR="17449" marT="17449" marB="0" anchor="b"/>
                </a:tc>
                <a:extLst>
                  <a:ext uri="{0D108BD9-81ED-4DB2-BD59-A6C34878D82A}">
                    <a16:rowId xmlns:a16="http://schemas.microsoft.com/office/drawing/2014/main" val="3369044618"/>
                  </a:ext>
                </a:extLst>
              </a:tr>
              <a:tr h="85026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600" u="none" strike="noStrike">
                          <a:effectLst/>
                        </a:rPr>
                        <a:t>DINOv2 + XGBoost</a:t>
                      </a:r>
                      <a:endParaRPr lang="en-US" sz="2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449" marR="17449" marT="174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600" u="none" strike="noStrike">
                          <a:effectLst/>
                        </a:rPr>
                        <a:t>0.5539</a:t>
                      </a:r>
                      <a:endParaRPr lang="en-US" sz="2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449" marR="17449" marT="17449" marB="0" anchor="b"/>
                </a:tc>
                <a:extLst>
                  <a:ext uri="{0D108BD9-81ED-4DB2-BD59-A6C34878D82A}">
                    <a16:rowId xmlns:a16="http://schemas.microsoft.com/office/drawing/2014/main" val="1111432487"/>
                  </a:ext>
                </a:extLst>
              </a:tr>
              <a:tr h="85026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600" u="none" strike="noStrike">
                          <a:effectLst/>
                        </a:rPr>
                        <a:t>DINOv2 + LightGBM</a:t>
                      </a:r>
                      <a:endParaRPr lang="en-US" sz="2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449" marR="17449" marT="174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600" u="none" strike="noStrike">
                          <a:effectLst/>
                        </a:rPr>
                        <a:t>0.6181</a:t>
                      </a:r>
                      <a:endParaRPr lang="en-US" sz="2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449" marR="17449" marT="17449" marB="0" anchor="b"/>
                </a:tc>
                <a:extLst>
                  <a:ext uri="{0D108BD9-81ED-4DB2-BD59-A6C34878D82A}">
                    <a16:rowId xmlns:a16="http://schemas.microsoft.com/office/drawing/2014/main" val="2134873457"/>
                  </a:ext>
                </a:extLst>
              </a:tr>
              <a:tr h="85026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600" u="none" strike="noStrike">
                          <a:effectLst/>
                        </a:rPr>
                        <a:t>DINOv2 + CatBoost</a:t>
                      </a:r>
                      <a:endParaRPr lang="en-US" sz="2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449" marR="17449" marT="17449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600" u="none" strike="noStrike">
                          <a:effectLst/>
                        </a:rPr>
                        <a:t>0.6289</a:t>
                      </a:r>
                      <a:endParaRPr lang="en-US" sz="2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7449" marR="17449" marT="17449" marB="0" anchor="b"/>
                </a:tc>
                <a:extLst>
                  <a:ext uri="{0D108BD9-81ED-4DB2-BD59-A6C34878D82A}">
                    <a16:rowId xmlns:a16="http://schemas.microsoft.com/office/drawing/2014/main" val="2688633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0538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5245CB-5622-ABF4-3961-DAC128D82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640823"/>
            <a:ext cx="3418659" cy="5583148"/>
          </a:xfrm>
        </p:spPr>
        <p:txBody>
          <a:bodyPr anchor="ctr">
            <a:normAutofit/>
          </a:bodyPr>
          <a:lstStyle/>
          <a:p>
            <a:r>
              <a:rPr lang="en-US" sz="5000" b="1"/>
              <a:t>Inference &amp; Final Submission</a:t>
            </a:r>
            <a:endParaRPr lang="en-US" sz="5000"/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27450" y="3462719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1916A5DA-CC92-58CB-5160-14EBA5734E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15349518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03899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71E617-9E67-89C3-64FD-3311399C6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640823"/>
            <a:ext cx="3418659" cy="5583148"/>
          </a:xfrm>
        </p:spPr>
        <p:txBody>
          <a:bodyPr anchor="ctr">
            <a:normAutofit/>
          </a:bodyPr>
          <a:lstStyle/>
          <a:p>
            <a:r>
              <a:rPr lang="en-US" sz="5000" b="1"/>
              <a:t>Conclusion &amp; Future Work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27450" y="3462719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561AE833-2BFC-85ED-0760-B7920167B9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01770932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234693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737</Words>
  <Application>Microsoft Office PowerPoint</Application>
  <PresentationFormat>Widescreen</PresentationFormat>
  <Paragraphs>62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CSIRO Image2Biomass Prediction: From CNN Baselines to Foundation Models </vt:lpstr>
      <vt:lpstr>Data Preparation &amp; Setup</vt:lpstr>
      <vt:lpstr>Core Methodology</vt:lpstr>
      <vt:lpstr>Systematic CNN Experiments (Ablation Studies)</vt:lpstr>
      <vt:lpstr>The Optimized CNN Architecture</vt:lpstr>
      <vt:lpstr>Advanced Feature Extraction: DINOv2</vt:lpstr>
      <vt:lpstr>Results &amp; Benchmarking</vt:lpstr>
      <vt:lpstr>Inference &amp; Final Submission</vt:lpstr>
      <vt:lpstr>Conclusion &amp;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Moaqir Ahmad Mian</dc:creator>
  <cp:lastModifiedBy>Moaqir Ahmad Mian</cp:lastModifiedBy>
  <cp:revision>58</cp:revision>
  <dcterms:created xsi:type="dcterms:W3CDTF">2026-01-15T17:11:06Z</dcterms:created>
  <dcterms:modified xsi:type="dcterms:W3CDTF">2026-01-15T17:37:44Z</dcterms:modified>
</cp:coreProperties>
</file>